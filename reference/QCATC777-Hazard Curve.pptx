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536819" y="1914991"/>
              <a:ext cx="885986" cy="817954"/>
            </a:xfrm>
            <a:custGeom>
              <a:avLst/>
              <a:pathLst>
                <a:path w="885986" h="817954">
                  <a:moveTo>
                    <a:pt x="0" y="817954"/>
                  </a:moveTo>
                  <a:lnTo>
                    <a:pt x="98442" y="746815"/>
                  </a:lnTo>
                  <a:lnTo>
                    <a:pt x="131257" y="694369"/>
                  </a:lnTo>
                  <a:lnTo>
                    <a:pt x="164071" y="620798"/>
                  </a:lnTo>
                  <a:lnTo>
                    <a:pt x="196885" y="524240"/>
                  </a:lnTo>
                  <a:lnTo>
                    <a:pt x="229700" y="406087"/>
                  </a:lnTo>
                  <a:lnTo>
                    <a:pt x="262514" y="273120"/>
                  </a:lnTo>
                  <a:lnTo>
                    <a:pt x="295328" y="141272"/>
                  </a:lnTo>
                  <a:lnTo>
                    <a:pt x="328143" y="45842"/>
                  </a:lnTo>
                  <a:lnTo>
                    <a:pt x="360957" y="0"/>
                  </a:lnTo>
                  <a:lnTo>
                    <a:pt x="393771" y="327"/>
                  </a:lnTo>
                  <a:lnTo>
                    <a:pt x="426586" y="35436"/>
                  </a:lnTo>
                  <a:lnTo>
                    <a:pt x="459400" y="89110"/>
                  </a:lnTo>
                  <a:lnTo>
                    <a:pt x="525029" y="198507"/>
                  </a:lnTo>
                  <a:lnTo>
                    <a:pt x="590657" y="273837"/>
                  </a:lnTo>
                  <a:lnTo>
                    <a:pt x="656286" y="361324"/>
                  </a:lnTo>
                  <a:lnTo>
                    <a:pt x="689100" y="421287"/>
                  </a:lnTo>
                  <a:lnTo>
                    <a:pt x="721914" y="489254"/>
                  </a:lnTo>
                  <a:lnTo>
                    <a:pt x="754729" y="558115"/>
                  </a:lnTo>
                  <a:lnTo>
                    <a:pt x="885986" y="749965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04004" y="1329960"/>
              <a:ext cx="918800" cy="1391332"/>
            </a:xfrm>
            <a:custGeom>
              <a:avLst/>
              <a:pathLst>
                <a:path w="918800" h="1391332">
                  <a:moveTo>
                    <a:pt x="0" y="1391332"/>
                  </a:moveTo>
                  <a:lnTo>
                    <a:pt x="32814" y="1360088"/>
                  </a:lnTo>
                  <a:lnTo>
                    <a:pt x="131257" y="1042162"/>
                  </a:lnTo>
                  <a:lnTo>
                    <a:pt x="164071" y="799761"/>
                  </a:lnTo>
                  <a:lnTo>
                    <a:pt x="196885" y="498000"/>
                  </a:lnTo>
                  <a:lnTo>
                    <a:pt x="229700" y="216685"/>
                  </a:lnTo>
                  <a:lnTo>
                    <a:pt x="262514" y="37096"/>
                  </a:lnTo>
                  <a:lnTo>
                    <a:pt x="295328" y="0"/>
                  </a:lnTo>
                  <a:lnTo>
                    <a:pt x="328143" y="107402"/>
                  </a:lnTo>
                  <a:lnTo>
                    <a:pt x="360957" y="306657"/>
                  </a:lnTo>
                  <a:lnTo>
                    <a:pt x="393771" y="517907"/>
                  </a:lnTo>
                  <a:lnTo>
                    <a:pt x="426586" y="698244"/>
                  </a:lnTo>
                  <a:lnTo>
                    <a:pt x="459400" y="843732"/>
                  </a:lnTo>
                  <a:lnTo>
                    <a:pt x="689100" y="1289897"/>
                  </a:lnTo>
                  <a:lnTo>
                    <a:pt x="721914" y="1306391"/>
                  </a:lnTo>
                  <a:lnTo>
                    <a:pt x="918800" y="135599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405561" y="2288152"/>
              <a:ext cx="1017243" cy="421712"/>
            </a:xfrm>
            <a:custGeom>
              <a:avLst/>
              <a:pathLst>
                <a:path w="1017243" h="421712">
                  <a:moveTo>
                    <a:pt x="0" y="421712"/>
                  </a:moveTo>
                  <a:lnTo>
                    <a:pt x="98442" y="358700"/>
                  </a:lnTo>
                  <a:lnTo>
                    <a:pt x="131257" y="328230"/>
                  </a:lnTo>
                  <a:lnTo>
                    <a:pt x="196885" y="256876"/>
                  </a:lnTo>
                  <a:lnTo>
                    <a:pt x="262514" y="175920"/>
                  </a:lnTo>
                  <a:lnTo>
                    <a:pt x="295328" y="134133"/>
                  </a:lnTo>
                  <a:lnTo>
                    <a:pt x="328143" y="93883"/>
                  </a:lnTo>
                  <a:lnTo>
                    <a:pt x="360957" y="57956"/>
                  </a:lnTo>
                  <a:lnTo>
                    <a:pt x="393771" y="29317"/>
                  </a:lnTo>
                  <a:lnTo>
                    <a:pt x="426586" y="9936"/>
                  </a:lnTo>
                  <a:lnTo>
                    <a:pt x="459400" y="0"/>
                  </a:lnTo>
                  <a:lnTo>
                    <a:pt x="557843" y="3957"/>
                  </a:lnTo>
                  <a:lnTo>
                    <a:pt x="656286" y="5600"/>
                  </a:lnTo>
                  <a:lnTo>
                    <a:pt x="689100" y="4535"/>
                  </a:lnTo>
                  <a:lnTo>
                    <a:pt x="721914" y="7743"/>
                  </a:lnTo>
                  <a:lnTo>
                    <a:pt x="754729" y="19168"/>
                  </a:lnTo>
                  <a:lnTo>
                    <a:pt x="820357" y="70335"/>
                  </a:lnTo>
                  <a:lnTo>
                    <a:pt x="853172" y="108851"/>
                  </a:lnTo>
                  <a:lnTo>
                    <a:pt x="885986" y="152609"/>
                  </a:lnTo>
                  <a:lnTo>
                    <a:pt x="1017243" y="310661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373965" y="267826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72408" y="26152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505222" y="258478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570851" y="251343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636479" y="243247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669294" y="239068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02108" y="2350439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734922" y="231451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767737" y="228587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800551" y="22664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833365" y="225655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31808" y="226051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030251" y="22621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063065" y="22610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095880" y="226429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3128694" y="2275724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194323" y="2326890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27137" y="236540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259951" y="240916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3391209" y="256721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72408" y="26896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05222" y="265845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3665" y="234052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636479" y="209812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669294" y="1796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702108" y="1515049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734922" y="1335460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767737" y="1298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800551" y="140576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833365" y="160502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866180" y="181627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898994" y="1996608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31808" y="21420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161508" y="258826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94323" y="260475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391209" y="265435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505222" y="2701348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603665" y="26302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636479" y="2577763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669294" y="250419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702108" y="240763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734922" y="22894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767737" y="215651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800551" y="2024666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33365" y="1929237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866180" y="1883394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98994" y="188372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1808" y="19188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64622" y="197250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30251" y="208190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5880" y="21572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161508" y="224471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194323" y="23046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27137" y="237264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59951" y="24415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391209" y="263336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2307119" y="3816260"/>
              <a:ext cx="1115686" cy="742138"/>
            </a:xfrm>
            <a:custGeom>
              <a:avLst/>
              <a:pathLst>
                <a:path w="1115686" h="742138">
                  <a:moveTo>
                    <a:pt x="0" y="734457"/>
                  </a:moveTo>
                  <a:lnTo>
                    <a:pt x="196885" y="633569"/>
                  </a:lnTo>
                  <a:lnTo>
                    <a:pt x="262514" y="511657"/>
                  </a:lnTo>
                  <a:lnTo>
                    <a:pt x="295328" y="417148"/>
                  </a:lnTo>
                  <a:lnTo>
                    <a:pt x="328143" y="305558"/>
                  </a:lnTo>
                  <a:lnTo>
                    <a:pt x="360957" y="191544"/>
                  </a:lnTo>
                  <a:lnTo>
                    <a:pt x="393771" y="92515"/>
                  </a:lnTo>
                  <a:lnTo>
                    <a:pt x="426586" y="25049"/>
                  </a:lnTo>
                  <a:lnTo>
                    <a:pt x="459400" y="0"/>
                  </a:lnTo>
                  <a:lnTo>
                    <a:pt x="492214" y="18235"/>
                  </a:lnTo>
                  <a:lnTo>
                    <a:pt x="525029" y="70879"/>
                  </a:lnTo>
                  <a:lnTo>
                    <a:pt x="557843" y="146304"/>
                  </a:lnTo>
                  <a:lnTo>
                    <a:pt x="623471" y="319688"/>
                  </a:lnTo>
                  <a:lnTo>
                    <a:pt x="689100" y="464355"/>
                  </a:lnTo>
                  <a:lnTo>
                    <a:pt x="787543" y="613717"/>
                  </a:lnTo>
                  <a:lnTo>
                    <a:pt x="1115686" y="742138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536819" y="3855122"/>
              <a:ext cx="885986" cy="675435"/>
            </a:xfrm>
            <a:custGeom>
              <a:avLst/>
              <a:pathLst>
                <a:path w="885986" h="675435">
                  <a:moveTo>
                    <a:pt x="0" y="675435"/>
                  </a:moveTo>
                  <a:lnTo>
                    <a:pt x="32814" y="652295"/>
                  </a:lnTo>
                  <a:lnTo>
                    <a:pt x="65628" y="615627"/>
                  </a:lnTo>
                  <a:lnTo>
                    <a:pt x="98442" y="561609"/>
                  </a:lnTo>
                  <a:lnTo>
                    <a:pt x="131257" y="487946"/>
                  </a:lnTo>
                  <a:lnTo>
                    <a:pt x="196885" y="287126"/>
                  </a:lnTo>
                  <a:lnTo>
                    <a:pt x="229700" y="173465"/>
                  </a:lnTo>
                  <a:lnTo>
                    <a:pt x="262514" y="72693"/>
                  </a:lnTo>
                  <a:lnTo>
                    <a:pt x="295328" y="11569"/>
                  </a:lnTo>
                  <a:lnTo>
                    <a:pt x="328143" y="0"/>
                  </a:lnTo>
                  <a:lnTo>
                    <a:pt x="360957" y="26218"/>
                  </a:lnTo>
                  <a:lnTo>
                    <a:pt x="393771" y="76993"/>
                  </a:lnTo>
                  <a:lnTo>
                    <a:pt x="426586" y="135330"/>
                  </a:lnTo>
                  <a:lnTo>
                    <a:pt x="459400" y="190923"/>
                  </a:lnTo>
                  <a:lnTo>
                    <a:pt x="525029" y="282192"/>
                  </a:lnTo>
                  <a:lnTo>
                    <a:pt x="590657" y="354455"/>
                  </a:lnTo>
                  <a:lnTo>
                    <a:pt x="689100" y="477812"/>
                  </a:lnTo>
                  <a:lnTo>
                    <a:pt x="721914" y="518710"/>
                  </a:lnTo>
                  <a:lnTo>
                    <a:pt x="885986" y="660096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372747" y="3579972"/>
              <a:ext cx="1050058" cy="969848"/>
            </a:xfrm>
            <a:custGeom>
              <a:avLst/>
              <a:pathLst>
                <a:path w="1050058" h="969848">
                  <a:moveTo>
                    <a:pt x="0" y="957091"/>
                  </a:moveTo>
                  <a:lnTo>
                    <a:pt x="65628" y="917537"/>
                  </a:lnTo>
                  <a:lnTo>
                    <a:pt x="131257" y="833153"/>
                  </a:lnTo>
                  <a:lnTo>
                    <a:pt x="164071" y="767584"/>
                  </a:lnTo>
                  <a:lnTo>
                    <a:pt x="196885" y="685025"/>
                  </a:lnTo>
                  <a:lnTo>
                    <a:pt x="262514" y="465431"/>
                  </a:lnTo>
                  <a:lnTo>
                    <a:pt x="295328" y="328965"/>
                  </a:lnTo>
                  <a:lnTo>
                    <a:pt x="328143" y="187290"/>
                  </a:lnTo>
                  <a:lnTo>
                    <a:pt x="360957" y="66181"/>
                  </a:lnTo>
                  <a:lnTo>
                    <a:pt x="393771" y="0"/>
                  </a:lnTo>
                  <a:lnTo>
                    <a:pt x="426586" y="8377"/>
                  </a:lnTo>
                  <a:lnTo>
                    <a:pt x="459400" y="78435"/>
                  </a:lnTo>
                  <a:lnTo>
                    <a:pt x="492214" y="182650"/>
                  </a:lnTo>
                  <a:lnTo>
                    <a:pt x="525029" y="297742"/>
                  </a:lnTo>
                  <a:lnTo>
                    <a:pt x="557843" y="407795"/>
                  </a:lnTo>
                  <a:lnTo>
                    <a:pt x="951615" y="951262"/>
                  </a:lnTo>
                  <a:lnTo>
                    <a:pt x="1050058" y="969848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275522" y="45191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72408" y="441823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38036" y="4296320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70851" y="420181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603665" y="40902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636479" y="397620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669294" y="387717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702108" y="380971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734922" y="378466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767737" y="380289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800551" y="385554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833365" y="393096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898994" y="410435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964622" y="424901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063065" y="439838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391209" y="452680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1150" y="450546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6779" y="446591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72408" y="4381529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05222" y="4315960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538036" y="423340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603665" y="401380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636479" y="387734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669294" y="373566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702108" y="361455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734922" y="3548375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767737" y="355675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800551" y="362681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833365" y="373102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866180" y="384611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898994" y="395617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3292766" y="449963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3391209" y="4518224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05222" y="449896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538036" y="44758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570851" y="4439153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603665" y="43851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36479" y="431147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02108" y="4110652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34922" y="399699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767737" y="38962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800551" y="383509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833365" y="382352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66180" y="3849744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8994" y="39005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31808" y="3958856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64622" y="4014449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3030251" y="410571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3095880" y="4177980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194323" y="430133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3227137" y="43422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3391209" y="44836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2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4" name="rc123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4167659" y="1974374"/>
              <a:ext cx="1148501" cy="751733"/>
            </a:xfrm>
            <a:custGeom>
              <a:avLst/>
              <a:pathLst>
                <a:path w="1148501" h="751733">
                  <a:moveTo>
                    <a:pt x="0" y="744746"/>
                  </a:moveTo>
                  <a:lnTo>
                    <a:pt x="65628" y="716790"/>
                  </a:lnTo>
                  <a:lnTo>
                    <a:pt x="98442" y="696181"/>
                  </a:lnTo>
                  <a:lnTo>
                    <a:pt x="164071" y="637479"/>
                  </a:lnTo>
                  <a:lnTo>
                    <a:pt x="262514" y="492208"/>
                  </a:lnTo>
                  <a:lnTo>
                    <a:pt x="328143" y="350822"/>
                  </a:lnTo>
                  <a:lnTo>
                    <a:pt x="360957" y="271040"/>
                  </a:lnTo>
                  <a:lnTo>
                    <a:pt x="393771" y="191884"/>
                  </a:lnTo>
                  <a:lnTo>
                    <a:pt x="459400" y="58068"/>
                  </a:lnTo>
                  <a:lnTo>
                    <a:pt x="492214" y="17916"/>
                  </a:lnTo>
                  <a:lnTo>
                    <a:pt x="525029" y="0"/>
                  </a:lnTo>
                  <a:lnTo>
                    <a:pt x="557843" y="4694"/>
                  </a:lnTo>
                  <a:lnTo>
                    <a:pt x="590657" y="29250"/>
                  </a:lnTo>
                  <a:lnTo>
                    <a:pt x="623471" y="69261"/>
                  </a:lnTo>
                  <a:lnTo>
                    <a:pt x="689100" y="178603"/>
                  </a:lnTo>
                  <a:lnTo>
                    <a:pt x="721914" y="243322"/>
                  </a:lnTo>
                  <a:lnTo>
                    <a:pt x="754729" y="311221"/>
                  </a:lnTo>
                  <a:lnTo>
                    <a:pt x="787543" y="379569"/>
                  </a:lnTo>
                  <a:lnTo>
                    <a:pt x="984429" y="674313"/>
                  </a:lnTo>
                  <a:lnTo>
                    <a:pt x="1148501" y="75173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4200474" y="1707802"/>
              <a:ext cx="1115686" cy="1041158"/>
            </a:xfrm>
            <a:custGeom>
              <a:avLst/>
              <a:pathLst>
                <a:path w="1115686" h="1041158">
                  <a:moveTo>
                    <a:pt x="0" y="1011705"/>
                  </a:moveTo>
                  <a:lnTo>
                    <a:pt x="131257" y="811331"/>
                  </a:lnTo>
                  <a:lnTo>
                    <a:pt x="164071" y="681764"/>
                  </a:lnTo>
                  <a:lnTo>
                    <a:pt x="196885" y="509038"/>
                  </a:lnTo>
                  <a:lnTo>
                    <a:pt x="229700" y="315579"/>
                  </a:lnTo>
                  <a:lnTo>
                    <a:pt x="262514" y="142288"/>
                  </a:lnTo>
                  <a:lnTo>
                    <a:pt x="295328" y="28119"/>
                  </a:lnTo>
                  <a:lnTo>
                    <a:pt x="328143" y="0"/>
                  </a:lnTo>
                  <a:lnTo>
                    <a:pt x="360957" y="44640"/>
                  </a:lnTo>
                  <a:lnTo>
                    <a:pt x="393771" y="132819"/>
                  </a:lnTo>
                  <a:lnTo>
                    <a:pt x="426586" y="237125"/>
                  </a:lnTo>
                  <a:lnTo>
                    <a:pt x="459400" y="341582"/>
                  </a:lnTo>
                  <a:lnTo>
                    <a:pt x="492214" y="440054"/>
                  </a:lnTo>
                  <a:lnTo>
                    <a:pt x="525029" y="530907"/>
                  </a:lnTo>
                  <a:lnTo>
                    <a:pt x="557843" y="612782"/>
                  </a:lnTo>
                  <a:lnTo>
                    <a:pt x="590657" y="686220"/>
                  </a:lnTo>
                  <a:lnTo>
                    <a:pt x="656286" y="806557"/>
                  </a:lnTo>
                  <a:lnTo>
                    <a:pt x="754729" y="926913"/>
                  </a:lnTo>
                  <a:lnTo>
                    <a:pt x="1115686" y="104115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75445" y="1736025"/>
              <a:ext cx="1640715" cy="1011043"/>
            </a:xfrm>
            <a:custGeom>
              <a:avLst/>
              <a:pathLst>
                <a:path w="1640715" h="1011043">
                  <a:moveTo>
                    <a:pt x="0" y="939654"/>
                  </a:moveTo>
                  <a:lnTo>
                    <a:pt x="98442" y="965076"/>
                  </a:lnTo>
                  <a:lnTo>
                    <a:pt x="590657" y="966295"/>
                  </a:lnTo>
                  <a:lnTo>
                    <a:pt x="689100" y="865005"/>
                  </a:lnTo>
                  <a:lnTo>
                    <a:pt x="754729" y="674976"/>
                  </a:lnTo>
                  <a:lnTo>
                    <a:pt x="787543" y="528781"/>
                  </a:lnTo>
                  <a:lnTo>
                    <a:pt x="820357" y="336649"/>
                  </a:lnTo>
                  <a:lnTo>
                    <a:pt x="853172" y="193800"/>
                  </a:lnTo>
                  <a:lnTo>
                    <a:pt x="885986" y="63683"/>
                  </a:lnTo>
                  <a:lnTo>
                    <a:pt x="918800" y="5676"/>
                  </a:lnTo>
                  <a:lnTo>
                    <a:pt x="951615" y="0"/>
                  </a:lnTo>
                  <a:lnTo>
                    <a:pt x="984429" y="21272"/>
                  </a:lnTo>
                  <a:lnTo>
                    <a:pt x="1017243" y="96116"/>
                  </a:lnTo>
                  <a:lnTo>
                    <a:pt x="1050058" y="178822"/>
                  </a:lnTo>
                  <a:lnTo>
                    <a:pt x="1082872" y="278076"/>
                  </a:lnTo>
                  <a:lnTo>
                    <a:pt x="1115686" y="386847"/>
                  </a:lnTo>
                  <a:lnTo>
                    <a:pt x="1443829" y="971746"/>
                  </a:lnTo>
                  <a:lnTo>
                    <a:pt x="1640715" y="101104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136063" y="268752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01691" y="265956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234506" y="263895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300134" y="258025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398577" y="243498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464206" y="22936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497020" y="221381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529835" y="213466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595463" y="200084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628277" y="196069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661092" y="194277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693906" y="194747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726720" y="197202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759535" y="201203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25163" y="212138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857978" y="21861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0792" y="225399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23606" y="232234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120492" y="261709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284564" y="269451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43848" y="264408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742291" y="2669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4234506" y="2670723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4332949" y="256943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4398577" y="23794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4431392" y="2233210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4464206" y="2041077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4497020" y="1898229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4529835" y="176811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4562649" y="17101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4595463" y="1704428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4628277" y="172570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4661092" y="180054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4693906" y="188325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4726720" y="1982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4759535" y="20912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087678" y="26761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284564" y="271547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4168877" y="2687912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4300134" y="248753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4332949" y="235797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4365763" y="218524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4398577" y="199178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4431392" y="181849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4464206" y="170432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4497020" y="167620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4529835" y="172084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4562649" y="18090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4595463" y="1913331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4628277" y="20177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4661092" y="211626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4693906" y="220711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4726720" y="22889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4759535" y="23624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4825163" y="248276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923606" y="2603119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5284564" y="271736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rc184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6" name="rc185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0174" y="3368710"/>
              <a:ext cx="885986" cy="1178247"/>
            </a:xfrm>
            <a:custGeom>
              <a:avLst/>
              <a:pathLst>
                <a:path w="885986" h="1178247">
                  <a:moveTo>
                    <a:pt x="0" y="1168506"/>
                  </a:moveTo>
                  <a:lnTo>
                    <a:pt x="65628" y="882535"/>
                  </a:lnTo>
                  <a:lnTo>
                    <a:pt x="98442" y="466424"/>
                  </a:lnTo>
                  <a:lnTo>
                    <a:pt x="131257" y="74962"/>
                  </a:lnTo>
                  <a:lnTo>
                    <a:pt x="164071" y="0"/>
                  </a:lnTo>
                  <a:lnTo>
                    <a:pt x="196885" y="145719"/>
                  </a:lnTo>
                  <a:lnTo>
                    <a:pt x="262514" y="379022"/>
                  </a:lnTo>
                  <a:lnTo>
                    <a:pt x="295328" y="413979"/>
                  </a:lnTo>
                  <a:lnTo>
                    <a:pt x="328143" y="492517"/>
                  </a:lnTo>
                  <a:lnTo>
                    <a:pt x="360957" y="595136"/>
                  </a:lnTo>
                  <a:lnTo>
                    <a:pt x="426586" y="822660"/>
                  </a:lnTo>
                  <a:lnTo>
                    <a:pt x="590657" y="956314"/>
                  </a:lnTo>
                  <a:lnTo>
                    <a:pt x="623471" y="942609"/>
                  </a:lnTo>
                  <a:lnTo>
                    <a:pt x="656286" y="941904"/>
                  </a:lnTo>
                  <a:lnTo>
                    <a:pt x="689100" y="967021"/>
                  </a:lnTo>
                  <a:lnTo>
                    <a:pt x="885986" y="117824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97360" y="3828981"/>
              <a:ext cx="918800" cy="712818"/>
            </a:xfrm>
            <a:custGeom>
              <a:avLst/>
              <a:pathLst>
                <a:path w="918800" h="712818">
                  <a:moveTo>
                    <a:pt x="0" y="684982"/>
                  </a:moveTo>
                  <a:lnTo>
                    <a:pt x="32814" y="647168"/>
                  </a:lnTo>
                  <a:lnTo>
                    <a:pt x="98442" y="505901"/>
                  </a:lnTo>
                  <a:lnTo>
                    <a:pt x="131257" y="412924"/>
                  </a:lnTo>
                  <a:lnTo>
                    <a:pt x="229700" y="137370"/>
                  </a:lnTo>
                  <a:lnTo>
                    <a:pt x="262514" y="51996"/>
                  </a:lnTo>
                  <a:lnTo>
                    <a:pt x="295328" y="0"/>
                  </a:lnTo>
                  <a:lnTo>
                    <a:pt x="328143" y="7500"/>
                  </a:lnTo>
                  <a:lnTo>
                    <a:pt x="360957" y="66412"/>
                  </a:lnTo>
                  <a:lnTo>
                    <a:pt x="393771" y="153396"/>
                  </a:lnTo>
                  <a:lnTo>
                    <a:pt x="426586" y="246835"/>
                  </a:lnTo>
                  <a:lnTo>
                    <a:pt x="689100" y="653758"/>
                  </a:lnTo>
                  <a:lnTo>
                    <a:pt x="820357" y="695859"/>
                  </a:lnTo>
                  <a:lnTo>
                    <a:pt x="918800" y="712818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167659" y="3769843"/>
              <a:ext cx="1148501" cy="764889"/>
            </a:xfrm>
            <a:custGeom>
              <a:avLst/>
              <a:pathLst>
                <a:path w="1148501" h="764889">
                  <a:moveTo>
                    <a:pt x="0" y="764889"/>
                  </a:moveTo>
                  <a:lnTo>
                    <a:pt x="65628" y="744761"/>
                  </a:lnTo>
                  <a:lnTo>
                    <a:pt x="98442" y="730624"/>
                  </a:lnTo>
                  <a:lnTo>
                    <a:pt x="196885" y="665116"/>
                  </a:lnTo>
                  <a:lnTo>
                    <a:pt x="295328" y="542555"/>
                  </a:lnTo>
                  <a:lnTo>
                    <a:pt x="360957" y="409876"/>
                  </a:lnTo>
                  <a:lnTo>
                    <a:pt x="393771" y="328753"/>
                  </a:lnTo>
                  <a:lnTo>
                    <a:pt x="459400" y="159845"/>
                  </a:lnTo>
                  <a:lnTo>
                    <a:pt x="492214" y="84008"/>
                  </a:lnTo>
                  <a:lnTo>
                    <a:pt x="525029" y="27667"/>
                  </a:lnTo>
                  <a:lnTo>
                    <a:pt x="557843" y="0"/>
                  </a:lnTo>
                  <a:lnTo>
                    <a:pt x="590657" y="3424"/>
                  </a:lnTo>
                  <a:lnTo>
                    <a:pt x="623471" y="36594"/>
                  </a:lnTo>
                  <a:lnTo>
                    <a:pt x="656286" y="95989"/>
                  </a:lnTo>
                  <a:lnTo>
                    <a:pt x="689100" y="175099"/>
                  </a:lnTo>
                  <a:lnTo>
                    <a:pt x="754729" y="347055"/>
                  </a:lnTo>
                  <a:lnTo>
                    <a:pt x="951615" y="654189"/>
                  </a:lnTo>
                  <a:lnTo>
                    <a:pt x="1148501" y="744749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4136063" y="45031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201691" y="4483007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4234506" y="44688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332949" y="440336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4431392" y="42808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497020" y="414812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4529835" y="4066999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595463" y="389809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4628277" y="3822254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661092" y="3765913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4693906" y="373824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726720" y="37416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4759535" y="377484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792349" y="383423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825163" y="391334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890792" y="40853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5087678" y="43924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5284564" y="448299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65763" y="448236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98577" y="444455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464206" y="43032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497020" y="4210308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595463" y="393475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628277" y="38493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61092" y="379738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93906" y="38048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726720" y="386379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759535" y="39507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792349" y="4044220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5054864" y="44511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5186121" y="44932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5284564" y="451020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98577" y="450562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464206" y="4219649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497020" y="380353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29835" y="341207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62649" y="333711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5463" y="348283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61092" y="371613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93906" y="3751092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726720" y="3829631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759535" y="393225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825163" y="415977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89235" y="429342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22049" y="427972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54864" y="427901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87678" y="4304135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284564" y="451536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7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9" name="rc238"/>
            <p:cNvSpPr/>
            <p:nvPr/>
          </p:nvSpPr>
          <p:spPr>
            <a:xfrm>
              <a:off x="1650832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39"/>
            <p:cNvSpPr/>
            <p:nvPr/>
          </p:nvSpPr>
          <p:spPr>
            <a:xfrm>
              <a:off x="2501105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241" name="rc240"/>
            <p:cNvSpPr/>
            <p:nvPr/>
          </p:nvSpPr>
          <p:spPr>
            <a:xfrm>
              <a:off x="3544187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1"/>
            <p:cNvSpPr/>
            <p:nvPr/>
          </p:nvSpPr>
          <p:spPr>
            <a:xfrm>
              <a:off x="4387602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243" name="rc242"/>
            <p:cNvSpPr/>
            <p:nvPr/>
          </p:nvSpPr>
          <p:spPr>
            <a:xfrm>
              <a:off x="1650832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tx243"/>
            <p:cNvSpPr/>
            <p:nvPr/>
          </p:nvSpPr>
          <p:spPr>
            <a:xfrm>
              <a:off x="2498225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245" name="rc244"/>
            <p:cNvSpPr/>
            <p:nvPr/>
          </p:nvSpPr>
          <p:spPr>
            <a:xfrm>
              <a:off x="3544187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tx245"/>
            <p:cNvSpPr/>
            <p:nvPr/>
          </p:nvSpPr>
          <p:spPr>
            <a:xfrm>
              <a:off x="4392449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247" name="pl246"/>
            <p:cNvSpPr/>
            <p:nvPr/>
          </p:nvSpPr>
          <p:spPr>
            <a:xfrm>
              <a:off x="1650832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165083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197897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230711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263526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296340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2"/>
            <p:cNvSpPr/>
            <p:nvPr/>
          </p:nvSpPr>
          <p:spPr>
            <a:xfrm>
              <a:off x="329154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tx253"/>
            <p:cNvSpPr/>
            <p:nvPr/>
          </p:nvSpPr>
          <p:spPr>
            <a:xfrm>
              <a:off x="1604015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55" name="tx254"/>
            <p:cNvSpPr/>
            <p:nvPr/>
          </p:nvSpPr>
          <p:spPr>
            <a:xfrm>
              <a:off x="188534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56" name="tx255"/>
            <p:cNvSpPr/>
            <p:nvPr/>
          </p:nvSpPr>
          <p:spPr>
            <a:xfrm>
              <a:off x="221348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57" name="tx256"/>
            <p:cNvSpPr/>
            <p:nvPr/>
          </p:nvSpPr>
          <p:spPr>
            <a:xfrm>
              <a:off x="254162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58" name="tx257"/>
            <p:cNvSpPr/>
            <p:nvPr/>
          </p:nvSpPr>
          <p:spPr>
            <a:xfrm>
              <a:off x="286977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59" name="tx258"/>
            <p:cNvSpPr/>
            <p:nvPr/>
          </p:nvSpPr>
          <p:spPr>
            <a:xfrm>
              <a:off x="31979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60" name="pl259"/>
            <p:cNvSpPr/>
            <p:nvPr/>
          </p:nvSpPr>
          <p:spPr>
            <a:xfrm>
              <a:off x="3544187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0"/>
            <p:cNvSpPr/>
            <p:nvPr/>
          </p:nvSpPr>
          <p:spPr>
            <a:xfrm>
              <a:off x="354418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1"/>
            <p:cNvSpPr/>
            <p:nvPr/>
          </p:nvSpPr>
          <p:spPr>
            <a:xfrm>
              <a:off x="387233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420047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452861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485676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518490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3497370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377869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410683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443498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476312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509126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73" name="pl272"/>
            <p:cNvSpPr/>
            <p:nvPr/>
          </p:nvSpPr>
          <p:spPr>
            <a:xfrm>
              <a:off x="1650832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tx273"/>
            <p:cNvSpPr/>
            <p:nvPr/>
          </p:nvSpPr>
          <p:spPr>
            <a:xfrm>
              <a:off x="1243400" y="2699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75" name="tx274"/>
            <p:cNvSpPr/>
            <p:nvPr/>
          </p:nvSpPr>
          <p:spPr>
            <a:xfrm>
              <a:off x="1243400" y="2418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76" name="tx275"/>
            <p:cNvSpPr/>
            <p:nvPr/>
          </p:nvSpPr>
          <p:spPr>
            <a:xfrm>
              <a:off x="1243400" y="2137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77" name="tx276"/>
            <p:cNvSpPr/>
            <p:nvPr/>
          </p:nvSpPr>
          <p:spPr>
            <a:xfrm>
              <a:off x="1243400" y="1856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78" name="tx277"/>
            <p:cNvSpPr/>
            <p:nvPr/>
          </p:nvSpPr>
          <p:spPr>
            <a:xfrm>
              <a:off x="1243400" y="1575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79" name="tx278"/>
            <p:cNvSpPr/>
            <p:nvPr/>
          </p:nvSpPr>
          <p:spPr>
            <a:xfrm>
              <a:off x="1243400" y="1294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80" name="pl279"/>
            <p:cNvSpPr/>
            <p:nvPr/>
          </p:nvSpPr>
          <p:spPr>
            <a:xfrm>
              <a:off x="1606548" y="2753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06548" y="2472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606548" y="2191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606548" y="1910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606548" y="1629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606548" y="1348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650832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6"/>
            <p:cNvSpPr/>
            <p:nvPr/>
          </p:nvSpPr>
          <p:spPr>
            <a:xfrm>
              <a:off x="1243400" y="4510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88" name="tx287"/>
            <p:cNvSpPr/>
            <p:nvPr/>
          </p:nvSpPr>
          <p:spPr>
            <a:xfrm>
              <a:off x="1243400" y="4229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89" name="tx288"/>
            <p:cNvSpPr/>
            <p:nvPr/>
          </p:nvSpPr>
          <p:spPr>
            <a:xfrm>
              <a:off x="1243400" y="3948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90" name="tx289"/>
            <p:cNvSpPr/>
            <p:nvPr/>
          </p:nvSpPr>
          <p:spPr>
            <a:xfrm>
              <a:off x="1243400" y="3667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91" name="tx290"/>
            <p:cNvSpPr/>
            <p:nvPr/>
          </p:nvSpPr>
          <p:spPr>
            <a:xfrm>
              <a:off x="1243400" y="3386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92" name="tx291"/>
            <p:cNvSpPr/>
            <p:nvPr/>
          </p:nvSpPr>
          <p:spPr>
            <a:xfrm>
              <a:off x="1243400" y="3105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93" name="pl292"/>
            <p:cNvSpPr/>
            <p:nvPr/>
          </p:nvSpPr>
          <p:spPr>
            <a:xfrm>
              <a:off x="1606548" y="4563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606548" y="4282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606548" y="4001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606548" y="3720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6548" y="3439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06548" y="315884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3325070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300" name="tx299"/>
            <p:cNvSpPr/>
            <p:nvPr/>
          </p:nvSpPr>
          <p:spPr>
            <a:xfrm rot="-5400000">
              <a:off x="731492" y="2883318"/>
              <a:ext cx="671718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301" name="rc300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tx313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316" name="tx315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321" name="tx320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2026-07-05T17:15:23Z</dcterms:modified>
  <cp:category/>
</cp:coreProperties>
</file>