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303520" cy="4206240"/>
            <a:chOff x="914400" y="914400"/>
            <a:chExt cx="5303520" cy="420624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30352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303520" cy="42062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650832" y="1315770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536819" y="1914991"/>
              <a:ext cx="885986" cy="817954"/>
            </a:xfrm>
            <a:custGeom>
              <a:avLst/>
              <a:pathLst>
                <a:path w="885986" h="817954">
                  <a:moveTo>
                    <a:pt x="0" y="817954"/>
                  </a:moveTo>
                  <a:lnTo>
                    <a:pt x="98442" y="746815"/>
                  </a:lnTo>
                  <a:lnTo>
                    <a:pt x="131257" y="694369"/>
                  </a:lnTo>
                  <a:lnTo>
                    <a:pt x="164071" y="620798"/>
                  </a:lnTo>
                  <a:lnTo>
                    <a:pt x="196885" y="524240"/>
                  </a:lnTo>
                  <a:lnTo>
                    <a:pt x="229700" y="406087"/>
                  </a:lnTo>
                  <a:lnTo>
                    <a:pt x="262514" y="273120"/>
                  </a:lnTo>
                  <a:lnTo>
                    <a:pt x="295328" y="141272"/>
                  </a:lnTo>
                  <a:lnTo>
                    <a:pt x="328143" y="45842"/>
                  </a:lnTo>
                  <a:lnTo>
                    <a:pt x="360957" y="0"/>
                  </a:lnTo>
                  <a:lnTo>
                    <a:pt x="393771" y="327"/>
                  </a:lnTo>
                  <a:lnTo>
                    <a:pt x="426586" y="35436"/>
                  </a:lnTo>
                  <a:lnTo>
                    <a:pt x="459400" y="89110"/>
                  </a:lnTo>
                  <a:lnTo>
                    <a:pt x="525029" y="198507"/>
                  </a:lnTo>
                  <a:lnTo>
                    <a:pt x="590657" y="273837"/>
                  </a:lnTo>
                  <a:lnTo>
                    <a:pt x="656286" y="361324"/>
                  </a:lnTo>
                  <a:lnTo>
                    <a:pt x="689100" y="421287"/>
                  </a:lnTo>
                  <a:lnTo>
                    <a:pt x="721914" y="489254"/>
                  </a:lnTo>
                  <a:lnTo>
                    <a:pt x="754729" y="558115"/>
                  </a:lnTo>
                  <a:lnTo>
                    <a:pt x="885986" y="749965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504004" y="1329960"/>
              <a:ext cx="918800" cy="1391332"/>
            </a:xfrm>
            <a:custGeom>
              <a:avLst/>
              <a:pathLst>
                <a:path w="918800" h="1391332">
                  <a:moveTo>
                    <a:pt x="0" y="1391332"/>
                  </a:moveTo>
                  <a:lnTo>
                    <a:pt x="32814" y="1360088"/>
                  </a:lnTo>
                  <a:lnTo>
                    <a:pt x="131257" y="1042162"/>
                  </a:lnTo>
                  <a:lnTo>
                    <a:pt x="164071" y="799761"/>
                  </a:lnTo>
                  <a:lnTo>
                    <a:pt x="196885" y="498000"/>
                  </a:lnTo>
                  <a:lnTo>
                    <a:pt x="229700" y="216685"/>
                  </a:lnTo>
                  <a:lnTo>
                    <a:pt x="262514" y="37096"/>
                  </a:lnTo>
                  <a:lnTo>
                    <a:pt x="295328" y="0"/>
                  </a:lnTo>
                  <a:lnTo>
                    <a:pt x="328143" y="107402"/>
                  </a:lnTo>
                  <a:lnTo>
                    <a:pt x="360957" y="306657"/>
                  </a:lnTo>
                  <a:lnTo>
                    <a:pt x="393771" y="517907"/>
                  </a:lnTo>
                  <a:lnTo>
                    <a:pt x="426586" y="698244"/>
                  </a:lnTo>
                  <a:lnTo>
                    <a:pt x="459400" y="843732"/>
                  </a:lnTo>
                  <a:lnTo>
                    <a:pt x="689100" y="1289897"/>
                  </a:lnTo>
                  <a:lnTo>
                    <a:pt x="721914" y="1306391"/>
                  </a:lnTo>
                  <a:lnTo>
                    <a:pt x="918800" y="1355990"/>
                  </a:lnTo>
                </a:path>
              </a:pathLst>
            </a:custGeom>
            <a:ln w="27101" cap="flat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405561" y="2288152"/>
              <a:ext cx="1017243" cy="421712"/>
            </a:xfrm>
            <a:custGeom>
              <a:avLst/>
              <a:pathLst>
                <a:path w="1017243" h="421712">
                  <a:moveTo>
                    <a:pt x="0" y="421712"/>
                  </a:moveTo>
                  <a:lnTo>
                    <a:pt x="98442" y="358700"/>
                  </a:lnTo>
                  <a:lnTo>
                    <a:pt x="131257" y="328230"/>
                  </a:lnTo>
                  <a:lnTo>
                    <a:pt x="196885" y="256876"/>
                  </a:lnTo>
                  <a:lnTo>
                    <a:pt x="262514" y="175920"/>
                  </a:lnTo>
                  <a:lnTo>
                    <a:pt x="295328" y="134133"/>
                  </a:lnTo>
                  <a:lnTo>
                    <a:pt x="328143" y="93883"/>
                  </a:lnTo>
                  <a:lnTo>
                    <a:pt x="360957" y="57956"/>
                  </a:lnTo>
                  <a:lnTo>
                    <a:pt x="393771" y="29317"/>
                  </a:lnTo>
                  <a:lnTo>
                    <a:pt x="426586" y="9936"/>
                  </a:lnTo>
                  <a:lnTo>
                    <a:pt x="459400" y="0"/>
                  </a:lnTo>
                  <a:lnTo>
                    <a:pt x="557843" y="3957"/>
                  </a:lnTo>
                  <a:lnTo>
                    <a:pt x="656286" y="5600"/>
                  </a:lnTo>
                  <a:lnTo>
                    <a:pt x="689100" y="4535"/>
                  </a:lnTo>
                  <a:lnTo>
                    <a:pt x="721914" y="7743"/>
                  </a:lnTo>
                  <a:lnTo>
                    <a:pt x="754729" y="19168"/>
                  </a:lnTo>
                  <a:lnTo>
                    <a:pt x="820357" y="70335"/>
                  </a:lnTo>
                  <a:lnTo>
                    <a:pt x="853172" y="108851"/>
                  </a:lnTo>
                  <a:lnTo>
                    <a:pt x="885986" y="152609"/>
                  </a:lnTo>
                  <a:lnTo>
                    <a:pt x="1017243" y="310661"/>
                  </a:lnTo>
                </a:path>
              </a:pathLst>
            </a:custGeom>
            <a:ln w="27101" cap="flat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2373965" y="2678267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2472408" y="2615256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2505222" y="2584786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2570851" y="2513432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2636479" y="2432476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2669294" y="2390688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2702108" y="2350439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2734922" y="2314512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2767737" y="2285873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2800551" y="2266491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2833365" y="2256555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2931808" y="2260513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3030251" y="2262156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3063065" y="2261091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3095880" y="2264298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28694" y="2275724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94323" y="2326890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227137" y="2365407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259951" y="2409165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391209" y="2567217"/>
              <a:ext cx="63193" cy="63193"/>
            </a:xfrm>
            <a:prstGeom prst="ellipse">
              <a:avLst/>
            </a:prstGeom>
            <a:solidFill>
              <a:srgbClr val="FF64B0">
                <a:alpha val="100000"/>
              </a:srgbClr>
            </a:solidFill>
            <a:ln w="11454" cap="rnd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472408" y="2689696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505222" y="2658452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603665" y="2340526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636479" y="2098125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669294" y="1796364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702108" y="1515049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734922" y="1335460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767737" y="1298364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800551" y="1405766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2833365" y="1605022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866180" y="1816271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898994" y="1996608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931808" y="2142096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3161508" y="2588261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3194323" y="2604755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3391209" y="2654354"/>
              <a:ext cx="63193" cy="63193"/>
            </a:xfrm>
            <a:prstGeom prst="ellipse">
              <a:avLst/>
            </a:prstGeom>
            <a:solidFill>
              <a:srgbClr val="00C08B">
                <a:alpha val="100000"/>
              </a:srgbClr>
            </a:solidFill>
            <a:ln w="11454" cap="rnd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2505222" y="2701348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603665" y="2630210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636479" y="2577763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669294" y="2504192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702108" y="2407635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734922" y="2289481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767737" y="2156515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800551" y="2024666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833365" y="1929237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866180" y="1883394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898994" y="1883722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931808" y="1918831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964622" y="1972505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3030251" y="2081902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3095880" y="2157231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3161508" y="2244719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3194323" y="2304681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3227137" y="2372649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3259951" y="2441510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391209" y="2633360"/>
              <a:ext cx="63193" cy="63193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11454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1650832" y="1315770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1650832" y="3126564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2307119" y="3816260"/>
              <a:ext cx="1115686" cy="742138"/>
            </a:xfrm>
            <a:custGeom>
              <a:avLst/>
              <a:pathLst>
                <a:path w="1115686" h="742138">
                  <a:moveTo>
                    <a:pt x="0" y="734457"/>
                  </a:moveTo>
                  <a:lnTo>
                    <a:pt x="196885" y="633569"/>
                  </a:lnTo>
                  <a:lnTo>
                    <a:pt x="262514" y="511657"/>
                  </a:lnTo>
                  <a:lnTo>
                    <a:pt x="295328" y="417148"/>
                  </a:lnTo>
                  <a:lnTo>
                    <a:pt x="328143" y="305558"/>
                  </a:lnTo>
                  <a:lnTo>
                    <a:pt x="360957" y="191544"/>
                  </a:lnTo>
                  <a:lnTo>
                    <a:pt x="393771" y="92515"/>
                  </a:lnTo>
                  <a:lnTo>
                    <a:pt x="426586" y="25049"/>
                  </a:lnTo>
                  <a:lnTo>
                    <a:pt x="459400" y="0"/>
                  </a:lnTo>
                  <a:lnTo>
                    <a:pt x="492214" y="18235"/>
                  </a:lnTo>
                  <a:lnTo>
                    <a:pt x="525029" y="70879"/>
                  </a:lnTo>
                  <a:lnTo>
                    <a:pt x="557843" y="146304"/>
                  </a:lnTo>
                  <a:lnTo>
                    <a:pt x="623471" y="319688"/>
                  </a:lnTo>
                  <a:lnTo>
                    <a:pt x="689100" y="464355"/>
                  </a:lnTo>
                  <a:lnTo>
                    <a:pt x="787543" y="613717"/>
                  </a:lnTo>
                  <a:lnTo>
                    <a:pt x="1115686" y="742138"/>
                  </a:lnTo>
                </a:path>
              </a:pathLst>
            </a:custGeom>
            <a:ln w="27101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2536819" y="3855122"/>
              <a:ext cx="885986" cy="675435"/>
            </a:xfrm>
            <a:custGeom>
              <a:avLst/>
              <a:pathLst>
                <a:path w="885986" h="675435">
                  <a:moveTo>
                    <a:pt x="0" y="675435"/>
                  </a:moveTo>
                  <a:lnTo>
                    <a:pt x="32814" y="652295"/>
                  </a:lnTo>
                  <a:lnTo>
                    <a:pt x="65628" y="615627"/>
                  </a:lnTo>
                  <a:lnTo>
                    <a:pt x="98442" y="561609"/>
                  </a:lnTo>
                  <a:lnTo>
                    <a:pt x="131257" y="487946"/>
                  </a:lnTo>
                  <a:lnTo>
                    <a:pt x="196885" y="287126"/>
                  </a:lnTo>
                  <a:lnTo>
                    <a:pt x="229700" y="173465"/>
                  </a:lnTo>
                  <a:lnTo>
                    <a:pt x="262514" y="72693"/>
                  </a:lnTo>
                  <a:lnTo>
                    <a:pt x="295328" y="11569"/>
                  </a:lnTo>
                  <a:lnTo>
                    <a:pt x="328143" y="0"/>
                  </a:lnTo>
                  <a:lnTo>
                    <a:pt x="360957" y="26218"/>
                  </a:lnTo>
                  <a:lnTo>
                    <a:pt x="393771" y="76993"/>
                  </a:lnTo>
                  <a:lnTo>
                    <a:pt x="426586" y="135330"/>
                  </a:lnTo>
                  <a:lnTo>
                    <a:pt x="459400" y="190923"/>
                  </a:lnTo>
                  <a:lnTo>
                    <a:pt x="525029" y="282192"/>
                  </a:lnTo>
                  <a:lnTo>
                    <a:pt x="590657" y="354455"/>
                  </a:lnTo>
                  <a:lnTo>
                    <a:pt x="689100" y="477812"/>
                  </a:lnTo>
                  <a:lnTo>
                    <a:pt x="721914" y="518710"/>
                  </a:lnTo>
                  <a:lnTo>
                    <a:pt x="885986" y="660096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372747" y="3579972"/>
              <a:ext cx="1050058" cy="969848"/>
            </a:xfrm>
            <a:custGeom>
              <a:avLst/>
              <a:pathLst>
                <a:path w="1050058" h="969848">
                  <a:moveTo>
                    <a:pt x="0" y="957091"/>
                  </a:moveTo>
                  <a:lnTo>
                    <a:pt x="65628" y="917537"/>
                  </a:lnTo>
                  <a:lnTo>
                    <a:pt x="131257" y="833153"/>
                  </a:lnTo>
                  <a:lnTo>
                    <a:pt x="164071" y="767584"/>
                  </a:lnTo>
                  <a:lnTo>
                    <a:pt x="196885" y="685025"/>
                  </a:lnTo>
                  <a:lnTo>
                    <a:pt x="262514" y="465431"/>
                  </a:lnTo>
                  <a:lnTo>
                    <a:pt x="295328" y="328965"/>
                  </a:lnTo>
                  <a:lnTo>
                    <a:pt x="328143" y="187290"/>
                  </a:lnTo>
                  <a:lnTo>
                    <a:pt x="360957" y="66181"/>
                  </a:lnTo>
                  <a:lnTo>
                    <a:pt x="393771" y="0"/>
                  </a:lnTo>
                  <a:lnTo>
                    <a:pt x="426586" y="8377"/>
                  </a:lnTo>
                  <a:lnTo>
                    <a:pt x="459400" y="78435"/>
                  </a:lnTo>
                  <a:lnTo>
                    <a:pt x="492214" y="182650"/>
                  </a:lnTo>
                  <a:lnTo>
                    <a:pt x="525029" y="297742"/>
                  </a:lnTo>
                  <a:lnTo>
                    <a:pt x="557843" y="407795"/>
                  </a:lnTo>
                  <a:lnTo>
                    <a:pt x="951615" y="951262"/>
                  </a:lnTo>
                  <a:lnTo>
                    <a:pt x="1050058" y="969848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2275522" y="4519121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2472408" y="4418233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2538036" y="4296320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2570851" y="4201812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2603665" y="4090221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2636479" y="3976208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669294" y="3877179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2702108" y="3809713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2734922" y="3784663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767737" y="3802899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2800551" y="3855543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833365" y="3930968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898994" y="4104352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2964622" y="4249019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3063065" y="4398381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3391209" y="4526802"/>
              <a:ext cx="63193" cy="63193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11454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2341150" y="4505467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406779" y="4465913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2472408" y="4381529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2505222" y="4315960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2538036" y="4233401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2603665" y="4013807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2636479" y="3877341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2669294" y="3735666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2702108" y="3614557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2734922" y="3548375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767737" y="3556753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2800551" y="3626811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2833365" y="3731026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2866180" y="3846118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898994" y="3956171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3292766" y="4499638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3391209" y="4518224"/>
              <a:ext cx="63193" cy="63193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2505222" y="4498961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2538036" y="4475821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2570851" y="4439153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2603665" y="4385135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2636479" y="4311471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2702108" y="4110652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2734922" y="3996991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2767737" y="3896218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2800551" y="3835095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2833365" y="3823525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2866180" y="3849744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2898994" y="3900518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2931808" y="3958856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964622" y="4014449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3030251" y="4105717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3095880" y="4177980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3194323" y="4301337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3227137" y="4342235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3391209" y="4483621"/>
              <a:ext cx="63193" cy="63193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11454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1650832" y="3126564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3544187" y="1315770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4167659" y="1974374"/>
              <a:ext cx="1148501" cy="751733"/>
            </a:xfrm>
            <a:custGeom>
              <a:avLst/>
              <a:pathLst>
                <a:path w="1148501" h="751733">
                  <a:moveTo>
                    <a:pt x="0" y="744746"/>
                  </a:moveTo>
                  <a:lnTo>
                    <a:pt x="65628" y="716790"/>
                  </a:lnTo>
                  <a:lnTo>
                    <a:pt x="98442" y="696181"/>
                  </a:lnTo>
                  <a:lnTo>
                    <a:pt x="164071" y="637479"/>
                  </a:lnTo>
                  <a:lnTo>
                    <a:pt x="262514" y="492208"/>
                  </a:lnTo>
                  <a:lnTo>
                    <a:pt x="328143" y="350822"/>
                  </a:lnTo>
                  <a:lnTo>
                    <a:pt x="360957" y="271040"/>
                  </a:lnTo>
                  <a:lnTo>
                    <a:pt x="393771" y="191884"/>
                  </a:lnTo>
                  <a:lnTo>
                    <a:pt x="459400" y="58068"/>
                  </a:lnTo>
                  <a:lnTo>
                    <a:pt x="492214" y="17916"/>
                  </a:lnTo>
                  <a:lnTo>
                    <a:pt x="525029" y="0"/>
                  </a:lnTo>
                  <a:lnTo>
                    <a:pt x="557843" y="4694"/>
                  </a:lnTo>
                  <a:lnTo>
                    <a:pt x="590657" y="29250"/>
                  </a:lnTo>
                  <a:lnTo>
                    <a:pt x="623471" y="69261"/>
                  </a:lnTo>
                  <a:lnTo>
                    <a:pt x="689100" y="178603"/>
                  </a:lnTo>
                  <a:lnTo>
                    <a:pt x="721914" y="243322"/>
                  </a:lnTo>
                  <a:lnTo>
                    <a:pt x="754729" y="311221"/>
                  </a:lnTo>
                  <a:lnTo>
                    <a:pt x="787543" y="379569"/>
                  </a:lnTo>
                  <a:lnTo>
                    <a:pt x="984429" y="674313"/>
                  </a:lnTo>
                  <a:lnTo>
                    <a:pt x="1148501" y="751733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4200474" y="1707802"/>
              <a:ext cx="1115686" cy="1041158"/>
            </a:xfrm>
            <a:custGeom>
              <a:avLst/>
              <a:pathLst>
                <a:path w="1115686" h="1041158">
                  <a:moveTo>
                    <a:pt x="0" y="1011705"/>
                  </a:moveTo>
                  <a:lnTo>
                    <a:pt x="131257" y="811331"/>
                  </a:lnTo>
                  <a:lnTo>
                    <a:pt x="164071" y="681764"/>
                  </a:lnTo>
                  <a:lnTo>
                    <a:pt x="196885" y="509038"/>
                  </a:lnTo>
                  <a:lnTo>
                    <a:pt x="229700" y="315579"/>
                  </a:lnTo>
                  <a:lnTo>
                    <a:pt x="262514" y="142288"/>
                  </a:lnTo>
                  <a:lnTo>
                    <a:pt x="295328" y="28119"/>
                  </a:lnTo>
                  <a:lnTo>
                    <a:pt x="328143" y="0"/>
                  </a:lnTo>
                  <a:lnTo>
                    <a:pt x="360957" y="44640"/>
                  </a:lnTo>
                  <a:lnTo>
                    <a:pt x="393771" y="132819"/>
                  </a:lnTo>
                  <a:lnTo>
                    <a:pt x="426586" y="237125"/>
                  </a:lnTo>
                  <a:lnTo>
                    <a:pt x="459400" y="341582"/>
                  </a:lnTo>
                  <a:lnTo>
                    <a:pt x="492214" y="440054"/>
                  </a:lnTo>
                  <a:lnTo>
                    <a:pt x="525029" y="530907"/>
                  </a:lnTo>
                  <a:lnTo>
                    <a:pt x="557843" y="612782"/>
                  </a:lnTo>
                  <a:lnTo>
                    <a:pt x="590657" y="686220"/>
                  </a:lnTo>
                  <a:lnTo>
                    <a:pt x="656286" y="806557"/>
                  </a:lnTo>
                  <a:lnTo>
                    <a:pt x="754729" y="926913"/>
                  </a:lnTo>
                  <a:lnTo>
                    <a:pt x="1115686" y="1041158"/>
                  </a:lnTo>
                </a:path>
              </a:pathLst>
            </a:custGeom>
            <a:ln w="27101" cap="flat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3675445" y="1736025"/>
              <a:ext cx="1640715" cy="1011043"/>
            </a:xfrm>
            <a:custGeom>
              <a:avLst/>
              <a:pathLst>
                <a:path w="1640715" h="1011043">
                  <a:moveTo>
                    <a:pt x="0" y="939654"/>
                  </a:moveTo>
                  <a:lnTo>
                    <a:pt x="98442" y="965076"/>
                  </a:lnTo>
                  <a:lnTo>
                    <a:pt x="590657" y="966295"/>
                  </a:lnTo>
                  <a:lnTo>
                    <a:pt x="689100" y="865005"/>
                  </a:lnTo>
                  <a:lnTo>
                    <a:pt x="754729" y="674976"/>
                  </a:lnTo>
                  <a:lnTo>
                    <a:pt x="787543" y="528781"/>
                  </a:lnTo>
                  <a:lnTo>
                    <a:pt x="820357" y="336649"/>
                  </a:lnTo>
                  <a:lnTo>
                    <a:pt x="853172" y="193800"/>
                  </a:lnTo>
                  <a:lnTo>
                    <a:pt x="885986" y="63683"/>
                  </a:lnTo>
                  <a:lnTo>
                    <a:pt x="918800" y="5676"/>
                  </a:lnTo>
                  <a:lnTo>
                    <a:pt x="951615" y="0"/>
                  </a:lnTo>
                  <a:lnTo>
                    <a:pt x="984429" y="21272"/>
                  </a:lnTo>
                  <a:lnTo>
                    <a:pt x="1017243" y="96116"/>
                  </a:lnTo>
                  <a:lnTo>
                    <a:pt x="1050058" y="178822"/>
                  </a:lnTo>
                  <a:lnTo>
                    <a:pt x="1082872" y="278076"/>
                  </a:lnTo>
                  <a:lnTo>
                    <a:pt x="1115686" y="386847"/>
                  </a:lnTo>
                  <a:lnTo>
                    <a:pt x="1443829" y="971746"/>
                  </a:lnTo>
                  <a:lnTo>
                    <a:pt x="1640715" y="1011043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4136063" y="2687524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4201691" y="2659568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234506" y="2638959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4300134" y="2580257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4398577" y="2434986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4464206" y="2293600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4497020" y="2213818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4529835" y="2134662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4595463" y="2000846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4628277" y="1960694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4661092" y="1942777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4693906" y="1947472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4726720" y="1972028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4759535" y="2012039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4825163" y="2121381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4857978" y="2186100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4890792" y="2253999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4923606" y="2322347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5120492" y="2617091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5284564" y="2694511"/>
              <a:ext cx="63193" cy="63193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3643848" y="2644082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3742291" y="2669504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4234506" y="2670723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4332949" y="2569434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4398577" y="2379404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4431392" y="2233210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4464206" y="2041077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4497020" y="1898229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4529835" y="1768111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4562649" y="1710104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4595463" y="1704428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4628277" y="1725701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4661092" y="1800544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4693906" y="1883251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4726720" y="1982504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4759535" y="2091275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5087678" y="2676175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5284564" y="2715472"/>
              <a:ext cx="63193" cy="6319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11454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4168877" y="2687912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4300134" y="2487538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4332949" y="2357970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4365763" y="2185244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4398577" y="1991785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4431392" y="1818495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4464206" y="1704325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4497020" y="1676206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4529835" y="1720846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4562649" y="1809026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4595463" y="1913331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4628277" y="2017788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4661092" y="2116260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4693906" y="2207113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4726720" y="2288988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4759535" y="2362426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4825163" y="2482763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4923606" y="2603119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5284564" y="2717364"/>
              <a:ext cx="63193" cy="63193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11454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rc184"/>
            <p:cNvSpPr/>
            <p:nvPr/>
          </p:nvSpPr>
          <p:spPr>
            <a:xfrm>
              <a:off x="3544187" y="1315770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3544187" y="3126564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4430174" y="3368710"/>
              <a:ext cx="885986" cy="1178247"/>
            </a:xfrm>
            <a:custGeom>
              <a:avLst/>
              <a:pathLst>
                <a:path w="885986" h="1178247">
                  <a:moveTo>
                    <a:pt x="0" y="1168506"/>
                  </a:moveTo>
                  <a:lnTo>
                    <a:pt x="65628" y="882535"/>
                  </a:lnTo>
                  <a:lnTo>
                    <a:pt x="98442" y="466424"/>
                  </a:lnTo>
                  <a:lnTo>
                    <a:pt x="131257" y="74962"/>
                  </a:lnTo>
                  <a:lnTo>
                    <a:pt x="164071" y="0"/>
                  </a:lnTo>
                  <a:lnTo>
                    <a:pt x="196885" y="145719"/>
                  </a:lnTo>
                  <a:lnTo>
                    <a:pt x="262514" y="379022"/>
                  </a:lnTo>
                  <a:lnTo>
                    <a:pt x="295328" y="413979"/>
                  </a:lnTo>
                  <a:lnTo>
                    <a:pt x="328143" y="492517"/>
                  </a:lnTo>
                  <a:lnTo>
                    <a:pt x="360957" y="595136"/>
                  </a:lnTo>
                  <a:lnTo>
                    <a:pt x="426586" y="822660"/>
                  </a:lnTo>
                  <a:lnTo>
                    <a:pt x="590657" y="956314"/>
                  </a:lnTo>
                  <a:lnTo>
                    <a:pt x="623471" y="942609"/>
                  </a:lnTo>
                  <a:lnTo>
                    <a:pt x="656286" y="941904"/>
                  </a:lnTo>
                  <a:lnTo>
                    <a:pt x="689100" y="967021"/>
                  </a:lnTo>
                  <a:lnTo>
                    <a:pt x="885986" y="1178247"/>
                  </a:lnTo>
                </a:path>
              </a:pathLst>
            </a:custGeom>
            <a:ln w="27101" cap="flat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4397360" y="3828981"/>
              <a:ext cx="918800" cy="712818"/>
            </a:xfrm>
            <a:custGeom>
              <a:avLst/>
              <a:pathLst>
                <a:path w="918800" h="712818">
                  <a:moveTo>
                    <a:pt x="0" y="684982"/>
                  </a:moveTo>
                  <a:lnTo>
                    <a:pt x="32814" y="647168"/>
                  </a:lnTo>
                  <a:lnTo>
                    <a:pt x="98442" y="505901"/>
                  </a:lnTo>
                  <a:lnTo>
                    <a:pt x="131257" y="412924"/>
                  </a:lnTo>
                  <a:lnTo>
                    <a:pt x="229700" y="137370"/>
                  </a:lnTo>
                  <a:lnTo>
                    <a:pt x="262514" y="51996"/>
                  </a:lnTo>
                  <a:lnTo>
                    <a:pt x="295328" y="0"/>
                  </a:lnTo>
                  <a:lnTo>
                    <a:pt x="328143" y="7500"/>
                  </a:lnTo>
                  <a:lnTo>
                    <a:pt x="360957" y="66412"/>
                  </a:lnTo>
                  <a:lnTo>
                    <a:pt x="393771" y="153396"/>
                  </a:lnTo>
                  <a:lnTo>
                    <a:pt x="426586" y="246835"/>
                  </a:lnTo>
                  <a:lnTo>
                    <a:pt x="689100" y="653758"/>
                  </a:lnTo>
                  <a:lnTo>
                    <a:pt x="820357" y="695859"/>
                  </a:lnTo>
                  <a:lnTo>
                    <a:pt x="918800" y="712818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4167659" y="3769843"/>
              <a:ext cx="1148501" cy="764889"/>
            </a:xfrm>
            <a:custGeom>
              <a:avLst/>
              <a:pathLst>
                <a:path w="1148501" h="764889">
                  <a:moveTo>
                    <a:pt x="0" y="764889"/>
                  </a:moveTo>
                  <a:lnTo>
                    <a:pt x="65628" y="744761"/>
                  </a:lnTo>
                  <a:lnTo>
                    <a:pt x="98442" y="730624"/>
                  </a:lnTo>
                  <a:lnTo>
                    <a:pt x="196885" y="665116"/>
                  </a:lnTo>
                  <a:lnTo>
                    <a:pt x="295328" y="542555"/>
                  </a:lnTo>
                  <a:lnTo>
                    <a:pt x="360957" y="409876"/>
                  </a:lnTo>
                  <a:lnTo>
                    <a:pt x="393771" y="328753"/>
                  </a:lnTo>
                  <a:lnTo>
                    <a:pt x="459400" y="159845"/>
                  </a:lnTo>
                  <a:lnTo>
                    <a:pt x="492214" y="84008"/>
                  </a:lnTo>
                  <a:lnTo>
                    <a:pt x="525029" y="27667"/>
                  </a:lnTo>
                  <a:lnTo>
                    <a:pt x="557843" y="0"/>
                  </a:lnTo>
                  <a:lnTo>
                    <a:pt x="590657" y="3424"/>
                  </a:lnTo>
                  <a:lnTo>
                    <a:pt x="623471" y="36594"/>
                  </a:lnTo>
                  <a:lnTo>
                    <a:pt x="656286" y="95989"/>
                  </a:lnTo>
                  <a:lnTo>
                    <a:pt x="689100" y="175099"/>
                  </a:lnTo>
                  <a:lnTo>
                    <a:pt x="754729" y="347055"/>
                  </a:lnTo>
                  <a:lnTo>
                    <a:pt x="951615" y="654189"/>
                  </a:lnTo>
                  <a:lnTo>
                    <a:pt x="1148501" y="744749"/>
                  </a:lnTo>
                </a:path>
              </a:pathLst>
            </a:custGeom>
            <a:ln w="27101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4136063" y="4503135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4201691" y="4483007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4234506" y="4468870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4332949" y="4403362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4431392" y="4280801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4497020" y="4148122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4529835" y="4066999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4595463" y="3898091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4628277" y="3822254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4661092" y="3765913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4693906" y="3738246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4726720" y="3741670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4759535" y="3774840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4792349" y="3834236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4825163" y="3913345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4890792" y="4085301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5087678" y="4392435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5284564" y="4482995"/>
              <a:ext cx="63193" cy="63193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11454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4365763" y="4482367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4398577" y="4444553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4464206" y="4303285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4497020" y="4210308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4595463" y="3934754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4628277" y="3849381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4661092" y="3797384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4693906" y="3804885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4726720" y="3863797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4759535" y="3950781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4792349" y="4044220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5054864" y="4451143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5186121" y="4493243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5284564" y="4510203"/>
              <a:ext cx="63193" cy="63193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4398577" y="4505620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4464206" y="4219649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4497020" y="3803538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4529835" y="3412076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4562649" y="3337113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4595463" y="3482833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4661092" y="3716136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4693906" y="3751092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4726720" y="3829631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4759535" y="3932250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4825163" y="4159773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4989235" y="4293428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5022049" y="4279723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5054864" y="4279018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5087678" y="4304135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5284564" y="4515360"/>
              <a:ext cx="63193" cy="63193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11454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3544187" y="3126564"/>
              <a:ext cx="1804787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39" name="rc238"/>
            <p:cNvSpPr/>
            <p:nvPr/>
          </p:nvSpPr>
          <p:spPr>
            <a:xfrm>
              <a:off x="1650832" y="2851719"/>
              <a:ext cx="1804787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239"/>
            <p:cNvSpPr/>
            <p:nvPr/>
          </p:nvSpPr>
          <p:spPr>
            <a:xfrm>
              <a:off x="2501105" y="2937341"/>
              <a:ext cx="104241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241" name="rc240"/>
            <p:cNvSpPr/>
            <p:nvPr/>
          </p:nvSpPr>
          <p:spPr>
            <a:xfrm>
              <a:off x="3544187" y="2851719"/>
              <a:ext cx="1804787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241"/>
            <p:cNvSpPr/>
            <p:nvPr/>
          </p:nvSpPr>
          <p:spPr>
            <a:xfrm>
              <a:off x="4387602" y="2937341"/>
              <a:ext cx="117957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243" name="rc242"/>
            <p:cNvSpPr/>
            <p:nvPr/>
          </p:nvSpPr>
          <p:spPr>
            <a:xfrm>
              <a:off x="1650832" y="1040925"/>
              <a:ext cx="1804787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tx243"/>
            <p:cNvSpPr/>
            <p:nvPr/>
          </p:nvSpPr>
          <p:spPr>
            <a:xfrm>
              <a:off x="2498225" y="1126547"/>
              <a:ext cx="110002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245" name="rc244"/>
            <p:cNvSpPr/>
            <p:nvPr/>
          </p:nvSpPr>
          <p:spPr>
            <a:xfrm>
              <a:off x="3544187" y="1040925"/>
              <a:ext cx="1804787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tx245"/>
            <p:cNvSpPr/>
            <p:nvPr/>
          </p:nvSpPr>
          <p:spPr>
            <a:xfrm>
              <a:off x="4392449" y="1126547"/>
              <a:ext cx="108264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247" name="pl246"/>
            <p:cNvSpPr/>
            <p:nvPr/>
          </p:nvSpPr>
          <p:spPr>
            <a:xfrm>
              <a:off x="1650832" y="4573945"/>
              <a:ext cx="1804787" cy="0"/>
            </a:xfrm>
            <a:custGeom>
              <a:avLst/>
              <a:pathLst>
                <a:path w="1804787" h="0">
                  <a:moveTo>
                    <a:pt x="0" y="0"/>
                  </a:moveTo>
                  <a:lnTo>
                    <a:pt x="1804787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1650832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1978975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2307119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2635262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2963405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2"/>
            <p:cNvSpPr/>
            <p:nvPr/>
          </p:nvSpPr>
          <p:spPr>
            <a:xfrm>
              <a:off x="3291548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tx253"/>
            <p:cNvSpPr/>
            <p:nvPr/>
          </p:nvSpPr>
          <p:spPr>
            <a:xfrm>
              <a:off x="1604015" y="4653656"/>
              <a:ext cx="93634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55" name="tx254"/>
            <p:cNvSpPr/>
            <p:nvPr/>
          </p:nvSpPr>
          <p:spPr>
            <a:xfrm>
              <a:off x="1885341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256" name="tx255"/>
            <p:cNvSpPr/>
            <p:nvPr/>
          </p:nvSpPr>
          <p:spPr>
            <a:xfrm>
              <a:off x="2213484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257" name="tx256"/>
            <p:cNvSpPr/>
            <p:nvPr/>
          </p:nvSpPr>
          <p:spPr>
            <a:xfrm>
              <a:off x="2541627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258" name="tx257"/>
            <p:cNvSpPr/>
            <p:nvPr/>
          </p:nvSpPr>
          <p:spPr>
            <a:xfrm>
              <a:off x="2869770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259" name="tx258"/>
            <p:cNvSpPr/>
            <p:nvPr/>
          </p:nvSpPr>
          <p:spPr>
            <a:xfrm>
              <a:off x="3197913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260" name="pl259"/>
            <p:cNvSpPr/>
            <p:nvPr/>
          </p:nvSpPr>
          <p:spPr>
            <a:xfrm>
              <a:off x="3544187" y="4573945"/>
              <a:ext cx="1804787" cy="0"/>
            </a:xfrm>
            <a:custGeom>
              <a:avLst/>
              <a:pathLst>
                <a:path w="1804787" h="0">
                  <a:moveTo>
                    <a:pt x="0" y="0"/>
                  </a:moveTo>
                  <a:lnTo>
                    <a:pt x="1804787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3544187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3872331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4200474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4528617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4856760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5184903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266"/>
            <p:cNvSpPr/>
            <p:nvPr/>
          </p:nvSpPr>
          <p:spPr>
            <a:xfrm>
              <a:off x="3497370" y="4653656"/>
              <a:ext cx="93634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68" name="tx267"/>
            <p:cNvSpPr/>
            <p:nvPr/>
          </p:nvSpPr>
          <p:spPr>
            <a:xfrm>
              <a:off x="3778696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269" name="tx268"/>
            <p:cNvSpPr/>
            <p:nvPr/>
          </p:nvSpPr>
          <p:spPr>
            <a:xfrm>
              <a:off x="4106839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270" name="tx269"/>
            <p:cNvSpPr/>
            <p:nvPr/>
          </p:nvSpPr>
          <p:spPr>
            <a:xfrm>
              <a:off x="4434982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271" name="tx270"/>
            <p:cNvSpPr/>
            <p:nvPr/>
          </p:nvSpPr>
          <p:spPr>
            <a:xfrm>
              <a:off x="4763125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272" name="tx271"/>
            <p:cNvSpPr/>
            <p:nvPr/>
          </p:nvSpPr>
          <p:spPr>
            <a:xfrm>
              <a:off x="5091269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273" name="pl272"/>
            <p:cNvSpPr/>
            <p:nvPr/>
          </p:nvSpPr>
          <p:spPr>
            <a:xfrm>
              <a:off x="1650832" y="1315770"/>
              <a:ext cx="0" cy="1447380"/>
            </a:xfrm>
            <a:custGeom>
              <a:avLst/>
              <a:pathLst>
                <a:path w="0" h="1447380">
                  <a:moveTo>
                    <a:pt x="0" y="144738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tx273"/>
            <p:cNvSpPr/>
            <p:nvPr/>
          </p:nvSpPr>
          <p:spPr>
            <a:xfrm>
              <a:off x="1243400" y="2699372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275" name="tx274"/>
            <p:cNvSpPr/>
            <p:nvPr/>
          </p:nvSpPr>
          <p:spPr>
            <a:xfrm>
              <a:off x="1243400" y="2418372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276" name="tx275"/>
            <p:cNvSpPr/>
            <p:nvPr/>
          </p:nvSpPr>
          <p:spPr>
            <a:xfrm>
              <a:off x="1243400" y="2137372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277" name="tx276"/>
            <p:cNvSpPr/>
            <p:nvPr/>
          </p:nvSpPr>
          <p:spPr>
            <a:xfrm>
              <a:off x="1243400" y="1856372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278" name="tx277"/>
            <p:cNvSpPr/>
            <p:nvPr/>
          </p:nvSpPr>
          <p:spPr>
            <a:xfrm>
              <a:off x="1243400" y="1575372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279" name="tx278"/>
            <p:cNvSpPr/>
            <p:nvPr/>
          </p:nvSpPr>
          <p:spPr>
            <a:xfrm>
              <a:off x="1243400" y="1294372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280" name="pl279"/>
            <p:cNvSpPr/>
            <p:nvPr/>
          </p:nvSpPr>
          <p:spPr>
            <a:xfrm>
              <a:off x="1606548" y="275304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1606548" y="247204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606548" y="21910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1606548" y="19100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1606548" y="16290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1606548" y="13480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1650832" y="3126564"/>
              <a:ext cx="0" cy="1447380"/>
            </a:xfrm>
            <a:custGeom>
              <a:avLst/>
              <a:pathLst>
                <a:path w="0" h="1447380">
                  <a:moveTo>
                    <a:pt x="0" y="144738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tx286"/>
            <p:cNvSpPr/>
            <p:nvPr/>
          </p:nvSpPr>
          <p:spPr>
            <a:xfrm>
              <a:off x="1243400" y="4510166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288" name="tx287"/>
            <p:cNvSpPr/>
            <p:nvPr/>
          </p:nvSpPr>
          <p:spPr>
            <a:xfrm>
              <a:off x="1243400" y="4229166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289" name="tx288"/>
            <p:cNvSpPr/>
            <p:nvPr/>
          </p:nvSpPr>
          <p:spPr>
            <a:xfrm>
              <a:off x="1243400" y="3948166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290" name="tx289"/>
            <p:cNvSpPr/>
            <p:nvPr/>
          </p:nvSpPr>
          <p:spPr>
            <a:xfrm>
              <a:off x="1243400" y="3667166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291" name="tx290"/>
            <p:cNvSpPr/>
            <p:nvPr/>
          </p:nvSpPr>
          <p:spPr>
            <a:xfrm>
              <a:off x="1243400" y="3386166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292" name="tx291"/>
            <p:cNvSpPr/>
            <p:nvPr/>
          </p:nvSpPr>
          <p:spPr>
            <a:xfrm>
              <a:off x="1243400" y="3105166"/>
              <a:ext cx="327720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293" name="pl292"/>
            <p:cNvSpPr/>
            <p:nvPr/>
          </p:nvSpPr>
          <p:spPr>
            <a:xfrm>
              <a:off x="1606548" y="456384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3"/>
            <p:cNvSpPr/>
            <p:nvPr/>
          </p:nvSpPr>
          <p:spPr>
            <a:xfrm>
              <a:off x="1606548" y="428284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4"/>
            <p:cNvSpPr/>
            <p:nvPr/>
          </p:nvSpPr>
          <p:spPr>
            <a:xfrm>
              <a:off x="1606548" y="400184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1606548" y="372084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1606548" y="343984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1606548" y="315884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tx298"/>
            <p:cNvSpPr/>
            <p:nvPr/>
          </p:nvSpPr>
          <p:spPr>
            <a:xfrm>
              <a:off x="3325070" y="4892104"/>
              <a:ext cx="349666" cy="1230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3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TTE</a:t>
              </a:r>
            </a:p>
          </p:txBody>
        </p:sp>
        <p:sp>
          <p:nvSpPr>
            <p:cNvPr id="300" name="tx299"/>
            <p:cNvSpPr/>
            <p:nvPr/>
          </p:nvSpPr>
          <p:spPr>
            <a:xfrm rot="-5400000">
              <a:off x="731492" y="2883318"/>
              <a:ext cx="671718" cy="1230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3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Hazard</a:t>
              </a:r>
            </a:p>
          </p:txBody>
        </p:sp>
        <p:sp>
          <p:nvSpPr>
            <p:cNvPr id="301" name="rc300"/>
            <p:cNvSpPr/>
            <p:nvPr/>
          </p:nvSpPr>
          <p:spPr>
            <a:xfrm>
              <a:off x="5526110" y="1703713"/>
              <a:ext cx="565283" cy="2482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5551310" y="1807142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5551310" y="2013999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5551310" y="2220857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5551310" y="2427714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5"/>
            <p:cNvSpPr/>
            <p:nvPr/>
          </p:nvSpPr>
          <p:spPr>
            <a:xfrm>
              <a:off x="5551310" y="2634571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5551310" y="2841429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5551310" y="3048286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5551310" y="3255144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5551310" y="3462001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5551310" y="3668858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5551310" y="3875716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5551310" y="4082573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tx313"/>
            <p:cNvSpPr/>
            <p:nvPr/>
          </p:nvSpPr>
          <p:spPr>
            <a:xfrm>
              <a:off x="5816068" y="1756210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</a:t>
              </a:r>
            </a:p>
          </p:txBody>
        </p:sp>
        <p:sp>
          <p:nvSpPr>
            <p:cNvPr id="315" name="tx314"/>
            <p:cNvSpPr/>
            <p:nvPr/>
          </p:nvSpPr>
          <p:spPr>
            <a:xfrm>
              <a:off x="5816068" y="1963067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C11</a:t>
              </a:r>
            </a:p>
          </p:txBody>
        </p:sp>
        <p:sp>
          <p:nvSpPr>
            <p:cNvPr id="316" name="tx315"/>
            <p:cNvSpPr/>
            <p:nvPr/>
          </p:nvSpPr>
          <p:spPr>
            <a:xfrm>
              <a:off x="5816068" y="2169925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C12</a:t>
              </a:r>
            </a:p>
          </p:txBody>
        </p:sp>
        <p:sp>
          <p:nvSpPr>
            <p:cNvPr id="317" name="tx316"/>
            <p:cNvSpPr/>
            <p:nvPr/>
          </p:nvSpPr>
          <p:spPr>
            <a:xfrm>
              <a:off x="5816068" y="2376782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C14</a:t>
              </a:r>
            </a:p>
          </p:txBody>
        </p:sp>
        <p:sp>
          <p:nvSpPr>
            <p:cNvPr id="318" name="tx317"/>
            <p:cNvSpPr/>
            <p:nvPr/>
          </p:nvSpPr>
          <p:spPr>
            <a:xfrm>
              <a:off x="5816068" y="2583639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C15</a:t>
              </a:r>
            </a:p>
          </p:txBody>
        </p:sp>
        <p:sp>
          <p:nvSpPr>
            <p:cNvPr id="319" name="tx318"/>
            <p:cNvSpPr/>
            <p:nvPr/>
          </p:nvSpPr>
          <p:spPr>
            <a:xfrm>
              <a:off x="5816068" y="2790497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C2</a:t>
              </a:r>
            </a:p>
          </p:txBody>
        </p:sp>
        <p:sp>
          <p:nvSpPr>
            <p:cNvPr id="320" name="tx319"/>
            <p:cNvSpPr/>
            <p:nvPr/>
          </p:nvSpPr>
          <p:spPr>
            <a:xfrm>
              <a:off x="5816068" y="2997354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C3</a:t>
              </a:r>
            </a:p>
          </p:txBody>
        </p:sp>
        <p:sp>
          <p:nvSpPr>
            <p:cNvPr id="321" name="tx320"/>
            <p:cNvSpPr/>
            <p:nvPr/>
          </p:nvSpPr>
          <p:spPr>
            <a:xfrm>
              <a:off x="5816068" y="3204212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C4</a:t>
              </a:r>
            </a:p>
          </p:txBody>
        </p:sp>
        <p:sp>
          <p:nvSpPr>
            <p:cNvPr id="322" name="tx321"/>
            <p:cNvSpPr/>
            <p:nvPr/>
          </p:nvSpPr>
          <p:spPr>
            <a:xfrm>
              <a:off x="5816068" y="3411069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C5</a:t>
              </a:r>
            </a:p>
          </p:txBody>
        </p:sp>
        <p:sp>
          <p:nvSpPr>
            <p:cNvPr id="323" name="tx322"/>
            <p:cNvSpPr/>
            <p:nvPr/>
          </p:nvSpPr>
          <p:spPr>
            <a:xfrm>
              <a:off x="5816068" y="3617926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C6</a:t>
              </a:r>
            </a:p>
          </p:txBody>
        </p:sp>
        <p:sp>
          <p:nvSpPr>
            <p:cNvPr id="324" name="tx323"/>
            <p:cNvSpPr/>
            <p:nvPr/>
          </p:nvSpPr>
          <p:spPr>
            <a:xfrm>
              <a:off x="5816068" y="3824784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C8</a:t>
              </a:r>
            </a:p>
          </p:txBody>
        </p:sp>
        <p:sp>
          <p:nvSpPr>
            <p:cNvPr id="325" name="tx324"/>
            <p:cNvSpPr/>
            <p:nvPr/>
          </p:nvSpPr>
          <p:spPr>
            <a:xfrm>
              <a:off x="5816068" y="4031641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C9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runner</cp:lastModifiedBy>
  <cp:revision>3</cp:revision>
  <dcterms:created xsi:type="dcterms:W3CDTF">2017-02-13T16:18:36Z</dcterms:created>
  <dcterms:modified xsi:type="dcterms:W3CDTF">2026-07-05T22:02:09Z</dcterms:modified>
  <cp:category/>
</cp:coreProperties>
</file>