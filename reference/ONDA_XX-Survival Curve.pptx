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914400" y="914400"/>
            <a:ext cx="5303520" cy="4206240"/>
            <a:chOff x="914400" y="914400"/>
            <a:chExt cx="5303520" cy="4206240"/>
          </a:xfrm>
        </p:grpSpPr>
        <p:sp>
          <p:nvSpPr>
            <p:cNvPr id="4" name="rc3"/>
            <p:cNvSpPr/>
            <p:nvPr/>
          </p:nvSpPr>
          <p:spPr>
            <a:xfrm>
              <a:off x="914400" y="914400"/>
              <a:ext cx="5303520" cy="42062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914400" y="914400"/>
              <a:ext cx="5303520" cy="42062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1531664" y="983989"/>
              <a:ext cx="3968069" cy="3733996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531664" y="4533134"/>
              <a:ext cx="3968069" cy="0"/>
            </a:xfrm>
            <a:custGeom>
              <a:avLst/>
              <a:pathLst>
                <a:path w="3968069" h="0">
                  <a:moveTo>
                    <a:pt x="0" y="0"/>
                  </a:moveTo>
                  <a:lnTo>
                    <a:pt x="3968069" y="0"/>
                  </a:lnTo>
                  <a:lnTo>
                    <a:pt x="396806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531664" y="4163431"/>
              <a:ext cx="3968069" cy="0"/>
            </a:xfrm>
            <a:custGeom>
              <a:avLst/>
              <a:pathLst>
                <a:path w="3968069" h="0">
                  <a:moveTo>
                    <a:pt x="0" y="0"/>
                  </a:moveTo>
                  <a:lnTo>
                    <a:pt x="3968069" y="0"/>
                  </a:lnTo>
                  <a:lnTo>
                    <a:pt x="396806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531664" y="3793728"/>
              <a:ext cx="3968069" cy="0"/>
            </a:xfrm>
            <a:custGeom>
              <a:avLst/>
              <a:pathLst>
                <a:path w="3968069" h="0">
                  <a:moveTo>
                    <a:pt x="0" y="0"/>
                  </a:moveTo>
                  <a:lnTo>
                    <a:pt x="3968069" y="0"/>
                  </a:lnTo>
                  <a:lnTo>
                    <a:pt x="396806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1531664" y="3424026"/>
              <a:ext cx="3968069" cy="0"/>
            </a:xfrm>
            <a:custGeom>
              <a:avLst/>
              <a:pathLst>
                <a:path w="3968069" h="0">
                  <a:moveTo>
                    <a:pt x="0" y="0"/>
                  </a:moveTo>
                  <a:lnTo>
                    <a:pt x="3968069" y="0"/>
                  </a:lnTo>
                  <a:lnTo>
                    <a:pt x="396806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531664" y="3054323"/>
              <a:ext cx="3968069" cy="0"/>
            </a:xfrm>
            <a:custGeom>
              <a:avLst/>
              <a:pathLst>
                <a:path w="3968069" h="0">
                  <a:moveTo>
                    <a:pt x="0" y="0"/>
                  </a:moveTo>
                  <a:lnTo>
                    <a:pt x="3968069" y="0"/>
                  </a:lnTo>
                  <a:lnTo>
                    <a:pt x="396806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1531664" y="2684621"/>
              <a:ext cx="3968069" cy="0"/>
            </a:xfrm>
            <a:custGeom>
              <a:avLst/>
              <a:pathLst>
                <a:path w="3968069" h="0">
                  <a:moveTo>
                    <a:pt x="0" y="0"/>
                  </a:moveTo>
                  <a:lnTo>
                    <a:pt x="3968069" y="0"/>
                  </a:lnTo>
                  <a:lnTo>
                    <a:pt x="396806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1531664" y="2314918"/>
              <a:ext cx="3968069" cy="0"/>
            </a:xfrm>
            <a:custGeom>
              <a:avLst/>
              <a:pathLst>
                <a:path w="3968069" h="0">
                  <a:moveTo>
                    <a:pt x="0" y="0"/>
                  </a:moveTo>
                  <a:lnTo>
                    <a:pt x="3968069" y="0"/>
                  </a:lnTo>
                  <a:lnTo>
                    <a:pt x="396806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1531664" y="1945215"/>
              <a:ext cx="3968069" cy="0"/>
            </a:xfrm>
            <a:custGeom>
              <a:avLst/>
              <a:pathLst>
                <a:path w="3968069" h="0">
                  <a:moveTo>
                    <a:pt x="0" y="0"/>
                  </a:moveTo>
                  <a:lnTo>
                    <a:pt x="3968069" y="0"/>
                  </a:lnTo>
                  <a:lnTo>
                    <a:pt x="396806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1531664" y="1575513"/>
              <a:ext cx="3968069" cy="0"/>
            </a:xfrm>
            <a:custGeom>
              <a:avLst/>
              <a:pathLst>
                <a:path w="3968069" h="0">
                  <a:moveTo>
                    <a:pt x="0" y="0"/>
                  </a:moveTo>
                  <a:lnTo>
                    <a:pt x="3968069" y="0"/>
                  </a:lnTo>
                  <a:lnTo>
                    <a:pt x="396806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1531664" y="1205810"/>
              <a:ext cx="3968069" cy="0"/>
            </a:xfrm>
            <a:custGeom>
              <a:avLst/>
              <a:pathLst>
                <a:path w="3968069" h="0">
                  <a:moveTo>
                    <a:pt x="0" y="0"/>
                  </a:moveTo>
                  <a:lnTo>
                    <a:pt x="3968069" y="0"/>
                  </a:lnTo>
                  <a:lnTo>
                    <a:pt x="396806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1748104" y="983989"/>
              <a:ext cx="0" cy="3733996"/>
            </a:xfrm>
            <a:custGeom>
              <a:avLst/>
              <a:pathLst>
                <a:path w="0" h="3733996">
                  <a:moveTo>
                    <a:pt x="0" y="37339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180984" y="983989"/>
              <a:ext cx="0" cy="3733996"/>
            </a:xfrm>
            <a:custGeom>
              <a:avLst/>
              <a:pathLst>
                <a:path w="0" h="3733996">
                  <a:moveTo>
                    <a:pt x="0" y="37339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2613865" y="983989"/>
              <a:ext cx="0" cy="3733996"/>
            </a:xfrm>
            <a:custGeom>
              <a:avLst/>
              <a:pathLst>
                <a:path w="0" h="3733996">
                  <a:moveTo>
                    <a:pt x="0" y="37339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046745" y="983989"/>
              <a:ext cx="0" cy="3733996"/>
            </a:xfrm>
            <a:custGeom>
              <a:avLst/>
              <a:pathLst>
                <a:path w="0" h="3733996">
                  <a:moveTo>
                    <a:pt x="0" y="37339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3479625" y="983989"/>
              <a:ext cx="0" cy="3733996"/>
            </a:xfrm>
            <a:custGeom>
              <a:avLst/>
              <a:pathLst>
                <a:path w="0" h="3733996">
                  <a:moveTo>
                    <a:pt x="0" y="37339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3912506" y="983989"/>
              <a:ext cx="0" cy="3733996"/>
            </a:xfrm>
            <a:custGeom>
              <a:avLst/>
              <a:pathLst>
                <a:path w="0" h="3733996">
                  <a:moveTo>
                    <a:pt x="0" y="37339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4345386" y="983989"/>
              <a:ext cx="0" cy="3733996"/>
            </a:xfrm>
            <a:custGeom>
              <a:avLst/>
              <a:pathLst>
                <a:path w="0" h="3733996">
                  <a:moveTo>
                    <a:pt x="0" y="37339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4778266" y="983989"/>
              <a:ext cx="0" cy="3733996"/>
            </a:xfrm>
            <a:custGeom>
              <a:avLst/>
              <a:pathLst>
                <a:path w="0" h="3733996">
                  <a:moveTo>
                    <a:pt x="0" y="37339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5211147" y="983989"/>
              <a:ext cx="0" cy="3733996"/>
            </a:xfrm>
            <a:custGeom>
              <a:avLst/>
              <a:pathLst>
                <a:path w="0" h="3733996">
                  <a:moveTo>
                    <a:pt x="0" y="37339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1531664" y="4717985"/>
              <a:ext cx="3968069" cy="0"/>
            </a:xfrm>
            <a:custGeom>
              <a:avLst/>
              <a:pathLst>
                <a:path w="3968069" h="0">
                  <a:moveTo>
                    <a:pt x="0" y="0"/>
                  </a:moveTo>
                  <a:lnTo>
                    <a:pt x="3968069" y="0"/>
                  </a:lnTo>
                  <a:lnTo>
                    <a:pt x="39680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1531664" y="4348282"/>
              <a:ext cx="3968069" cy="0"/>
            </a:xfrm>
            <a:custGeom>
              <a:avLst/>
              <a:pathLst>
                <a:path w="3968069" h="0">
                  <a:moveTo>
                    <a:pt x="0" y="0"/>
                  </a:moveTo>
                  <a:lnTo>
                    <a:pt x="3968069" y="0"/>
                  </a:lnTo>
                  <a:lnTo>
                    <a:pt x="39680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1531664" y="3978580"/>
              <a:ext cx="3968069" cy="0"/>
            </a:xfrm>
            <a:custGeom>
              <a:avLst/>
              <a:pathLst>
                <a:path w="3968069" h="0">
                  <a:moveTo>
                    <a:pt x="0" y="0"/>
                  </a:moveTo>
                  <a:lnTo>
                    <a:pt x="3968069" y="0"/>
                  </a:lnTo>
                  <a:lnTo>
                    <a:pt x="39680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1531664" y="3608877"/>
              <a:ext cx="3968069" cy="0"/>
            </a:xfrm>
            <a:custGeom>
              <a:avLst/>
              <a:pathLst>
                <a:path w="3968069" h="0">
                  <a:moveTo>
                    <a:pt x="0" y="0"/>
                  </a:moveTo>
                  <a:lnTo>
                    <a:pt x="3968069" y="0"/>
                  </a:lnTo>
                  <a:lnTo>
                    <a:pt x="39680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1531664" y="3239174"/>
              <a:ext cx="3968069" cy="0"/>
            </a:xfrm>
            <a:custGeom>
              <a:avLst/>
              <a:pathLst>
                <a:path w="3968069" h="0">
                  <a:moveTo>
                    <a:pt x="0" y="0"/>
                  </a:moveTo>
                  <a:lnTo>
                    <a:pt x="3968069" y="0"/>
                  </a:lnTo>
                  <a:lnTo>
                    <a:pt x="39680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1531664" y="2869472"/>
              <a:ext cx="3968069" cy="0"/>
            </a:xfrm>
            <a:custGeom>
              <a:avLst/>
              <a:pathLst>
                <a:path w="3968069" h="0">
                  <a:moveTo>
                    <a:pt x="0" y="0"/>
                  </a:moveTo>
                  <a:lnTo>
                    <a:pt x="3968069" y="0"/>
                  </a:lnTo>
                  <a:lnTo>
                    <a:pt x="39680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1531664" y="2499769"/>
              <a:ext cx="3968069" cy="0"/>
            </a:xfrm>
            <a:custGeom>
              <a:avLst/>
              <a:pathLst>
                <a:path w="3968069" h="0">
                  <a:moveTo>
                    <a:pt x="0" y="0"/>
                  </a:moveTo>
                  <a:lnTo>
                    <a:pt x="3968069" y="0"/>
                  </a:lnTo>
                  <a:lnTo>
                    <a:pt x="39680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1531664" y="2130067"/>
              <a:ext cx="3968069" cy="0"/>
            </a:xfrm>
            <a:custGeom>
              <a:avLst/>
              <a:pathLst>
                <a:path w="3968069" h="0">
                  <a:moveTo>
                    <a:pt x="0" y="0"/>
                  </a:moveTo>
                  <a:lnTo>
                    <a:pt x="3968069" y="0"/>
                  </a:lnTo>
                  <a:lnTo>
                    <a:pt x="39680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1531664" y="1760364"/>
              <a:ext cx="3968069" cy="0"/>
            </a:xfrm>
            <a:custGeom>
              <a:avLst/>
              <a:pathLst>
                <a:path w="3968069" h="0">
                  <a:moveTo>
                    <a:pt x="0" y="0"/>
                  </a:moveTo>
                  <a:lnTo>
                    <a:pt x="3968069" y="0"/>
                  </a:lnTo>
                  <a:lnTo>
                    <a:pt x="39680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1531664" y="1390661"/>
              <a:ext cx="3968069" cy="0"/>
            </a:xfrm>
            <a:custGeom>
              <a:avLst/>
              <a:pathLst>
                <a:path w="3968069" h="0">
                  <a:moveTo>
                    <a:pt x="0" y="0"/>
                  </a:moveTo>
                  <a:lnTo>
                    <a:pt x="3968069" y="0"/>
                  </a:lnTo>
                  <a:lnTo>
                    <a:pt x="39680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1531664" y="1020959"/>
              <a:ext cx="3968069" cy="0"/>
            </a:xfrm>
            <a:custGeom>
              <a:avLst/>
              <a:pathLst>
                <a:path w="3968069" h="0">
                  <a:moveTo>
                    <a:pt x="0" y="0"/>
                  </a:moveTo>
                  <a:lnTo>
                    <a:pt x="3968069" y="0"/>
                  </a:lnTo>
                  <a:lnTo>
                    <a:pt x="39680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1531664" y="983989"/>
              <a:ext cx="0" cy="3733996"/>
            </a:xfrm>
            <a:custGeom>
              <a:avLst/>
              <a:pathLst>
                <a:path w="0" h="3733996">
                  <a:moveTo>
                    <a:pt x="0" y="37339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1964544" y="983989"/>
              <a:ext cx="0" cy="3733996"/>
            </a:xfrm>
            <a:custGeom>
              <a:avLst/>
              <a:pathLst>
                <a:path w="0" h="3733996">
                  <a:moveTo>
                    <a:pt x="0" y="37339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8"/>
            <p:cNvSpPr/>
            <p:nvPr/>
          </p:nvSpPr>
          <p:spPr>
            <a:xfrm>
              <a:off x="2397424" y="983989"/>
              <a:ext cx="0" cy="3733996"/>
            </a:xfrm>
            <a:custGeom>
              <a:avLst/>
              <a:pathLst>
                <a:path w="0" h="3733996">
                  <a:moveTo>
                    <a:pt x="0" y="37339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39"/>
            <p:cNvSpPr/>
            <p:nvPr/>
          </p:nvSpPr>
          <p:spPr>
            <a:xfrm>
              <a:off x="2830305" y="983989"/>
              <a:ext cx="0" cy="3733996"/>
            </a:xfrm>
            <a:custGeom>
              <a:avLst/>
              <a:pathLst>
                <a:path w="0" h="3733996">
                  <a:moveTo>
                    <a:pt x="0" y="37339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0"/>
            <p:cNvSpPr/>
            <p:nvPr/>
          </p:nvSpPr>
          <p:spPr>
            <a:xfrm>
              <a:off x="3263185" y="983989"/>
              <a:ext cx="0" cy="3733996"/>
            </a:xfrm>
            <a:custGeom>
              <a:avLst/>
              <a:pathLst>
                <a:path w="0" h="3733996">
                  <a:moveTo>
                    <a:pt x="0" y="37339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1"/>
            <p:cNvSpPr/>
            <p:nvPr/>
          </p:nvSpPr>
          <p:spPr>
            <a:xfrm>
              <a:off x="3696066" y="983989"/>
              <a:ext cx="0" cy="3733996"/>
            </a:xfrm>
            <a:custGeom>
              <a:avLst/>
              <a:pathLst>
                <a:path w="0" h="3733996">
                  <a:moveTo>
                    <a:pt x="0" y="37339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2"/>
            <p:cNvSpPr/>
            <p:nvPr/>
          </p:nvSpPr>
          <p:spPr>
            <a:xfrm>
              <a:off x="4128946" y="983989"/>
              <a:ext cx="0" cy="3733996"/>
            </a:xfrm>
            <a:custGeom>
              <a:avLst/>
              <a:pathLst>
                <a:path w="0" h="3733996">
                  <a:moveTo>
                    <a:pt x="0" y="37339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3"/>
            <p:cNvSpPr/>
            <p:nvPr/>
          </p:nvSpPr>
          <p:spPr>
            <a:xfrm>
              <a:off x="4561826" y="983989"/>
              <a:ext cx="0" cy="3733996"/>
            </a:xfrm>
            <a:custGeom>
              <a:avLst/>
              <a:pathLst>
                <a:path w="0" h="3733996">
                  <a:moveTo>
                    <a:pt x="0" y="37339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4"/>
            <p:cNvSpPr/>
            <p:nvPr/>
          </p:nvSpPr>
          <p:spPr>
            <a:xfrm>
              <a:off x="4994707" y="983989"/>
              <a:ext cx="0" cy="3733996"/>
            </a:xfrm>
            <a:custGeom>
              <a:avLst/>
              <a:pathLst>
                <a:path w="0" h="3733996">
                  <a:moveTo>
                    <a:pt x="0" y="37339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5"/>
            <p:cNvSpPr/>
            <p:nvPr/>
          </p:nvSpPr>
          <p:spPr>
            <a:xfrm>
              <a:off x="5427587" y="983989"/>
              <a:ext cx="0" cy="3733996"/>
            </a:xfrm>
            <a:custGeom>
              <a:avLst/>
              <a:pathLst>
                <a:path w="0" h="3733996">
                  <a:moveTo>
                    <a:pt x="0" y="37339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6"/>
            <p:cNvSpPr/>
            <p:nvPr/>
          </p:nvSpPr>
          <p:spPr>
            <a:xfrm>
              <a:off x="1531664" y="1020959"/>
              <a:ext cx="3895923" cy="1318605"/>
            </a:xfrm>
            <a:custGeom>
              <a:avLst/>
              <a:pathLst>
                <a:path w="3895923" h="1318605">
                  <a:moveTo>
                    <a:pt x="0" y="0"/>
                  </a:moveTo>
                  <a:lnTo>
                    <a:pt x="1659374" y="0"/>
                  </a:lnTo>
                  <a:lnTo>
                    <a:pt x="1659374" y="12323"/>
                  </a:lnTo>
                  <a:lnTo>
                    <a:pt x="1875814" y="12323"/>
                  </a:lnTo>
                  <a:lnTo>
                    <a:pt x="1875814" y="73940"/>
                  </a:lnTo>
                  <a:lnTo>
                    <a:pt x="1947961" y="73940"/>
                  </a:lnTo>
                  <a:lnTo>
                    <a:pt x="1947961" y="123234"/>
                  </a:lnTo>
                  <a:lnTo>
                    <a:pt x="2092255" y="123234"/>
                  </a:lnTo>
                  <a:lnTo>
                    <a:pt x="2092255" y="135557"/>
                  </a:lnTo>
                  <a:lnTo>
                    <a:pt x="2164401" y="135557"/>
                  </a:lnTo>
                  <a:lnTo>
                    <a:pt x="2164401" y="172527"/>
                  </a:lnTo>
                  <a:lnTo>
                    <a:pt x="2236548" y="172527"/>
                  </a:lnTo>
                  <a:lnTo>
                    <a:pt x="2236548" y="221821"/>
                  </a:lnTo>
                  <a:lnTo>
                    <a:pt x="2308695" y="221821"/>
                  </a:lnTo>
                  <a:lnTo>
                    <a:pt x="2308695" y="320408"/>
                  </a:lnTo>
                  <a:lnTo>
                    <a:pt x="2380841" y="320408"/>
                  </a:lnTo>
                  <a:lnTo>
                    <a:pt x="2380841" y="394349"/>
                  </a:lnTo>
                  <a:lnTo>
                    <a:pt x="2452988" y="394349"/>
                  </a:lnTo>
                  <a:lnTo>
                    <a:pt x="2452988" y="468289"/>
                  </a:lnTo>
                  <a:lnTo>
                    <a:pt x="2525135" y="468289"/>
                  </a:lnTo>
                  <a:lnTo>
                    <a:pt x="2525135" y="566877"/>
                  </a:lnTo>
                  <a:lnTo>
                    <a:pt x="2597282" y="566877"/>
                  </a:lnTo>
                  <a:lnTo>
                    <a:pt x="2597282" y="702434"/>
                  </a:lnTo>
                  <a:lnTo>
                    <a:pt x="2669428" y="702434"/>
                  </a:lnTo>
                  <a:lnTo>
                    <a:pt x="2669428" y="801022"/>
                  </a:lnTo>
                  <a:lnTo>
                    <a:pt x="2741575" y="801022"/>
                  </a:lnTo>
                  <a:lnTo>
                    <a:pt x="2741575" y="837992"/>
                  </a:lnTo>
                  <a:lnTo>
                    <a:pt x="2813722" y="837992"/>
                  </a:lnTo>
                  <a:lnTo>
                    <a:pt x="2813722" y="887286"/>
                  </a:lnTo>
                  <a:lnTo>
                    <a:pt x="2885869" y="887286"/>
                  </a:lnTo>
                  <a:lnTo>
                    <a:pt x="2885869" y="961226"/>
                  </a:lnTo>
                  <a:lnTo>
                    <a:pt x="2958015" y="961226"/>
                  </a:lnTo>
                  <a:lnTo>
                    <a:pt x="2958015" y="985873"/>
                  </a:lnTo>
                  <a:lnTo>
                    <a:pt x="3102309" y="985873"/>
                  </a:lnTo>
                  <a:lnTo>
                    <a:pt x="3102309" y="1010520"/>
                  </a:lnTo>
                  <a:lnTo>
                    <a:pt x="3174455" y="1010520"/>
                  </a:lnTo>
                  <a:lnTo>
                    <a:pt x="3174455" y="1035167"/>
                  </a:lnTo>
                  <a:lnTo>
                    <a:pt x="3246602" y="1035167"/>
                  </a:lnTo>
                  <a:lnTo>
                    <a:pt x="3246602" y="1109107"/>
                  </a:lnTo>
                  <a:lnTo>
                    <a:pt x="3318749" y="1109107"/>
                  </a:lnTo>
                  <a:lnTo>
                    <a:pt x="3318749" y="1121431"/>
                  </a:lnTo>
                  <a:lnTo>
                    <a:pt x="3390896" y="1121431"/>
                  </a:lnTo>
                  <a:lnTo>
                    <a:pt x="3390896" y="1170724"/>
                  </a:lnTo>
                  <a:lnTo>
                    <a:pt x="3463042" y="1170724"/>
                  </a:lnTo>
                  <a:lnTo>
                    <a:pt x="3463042" y="1244665"/>
                  </a:lnTo>
                  <a:lnTo>
                    <a:pt x="3535189" y="1244665"/>
                  </a:lnTo>
                  <a:lnTo>
                    <a:pt x="3535189" y="1281635"/>
                  </a:lnTo>
                  <a:lnTo>
                    <a:pt x="3607336" y="1281635"/>
                  </a:lnTo>
                  <a:lnTo>
                    <a:pt x="3607336" y="1306282"/>
                  </a:lnTo>
                  <a:lnTo>
                    <a:pt x="3895923" y="1306282"/>
                  </a:lnTo>
                  <a:lnTo>
                    <a:pt x="3895923" y="1318605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tx47"/>
            <p:cNvSpPr/>
            <p:nvPr/>
          </p:nvSpPr>
          <p:spPr>
            <a:xfrm>
              <a:off x="5354481" y="2267053"/>
              <a:ext cx="146212" cy="1271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74" i="0" b="0">
                  <a:solidFill>
                    <a:srgbClr val="F8766D">
                      <a:alpha val="100000"/>
                    </a:srgbClr>
                  </a:solidFill>
                  <a:latin typeface="DejaVu Sans"/>
                  <a:cs typeface="DejaVu Sans"/>
                </a:rPr>
                <a:t>+</a:t>
              </a:r>
            </a:p>
          </p:txBody>
        </p:sp>
        <p:sp>
          <p:nvSpPr>
            <p:cNvPr id="49" name="tx48"/>
            <p:cNvSpPr/>
            <p:nvPr/>
          </p:nvSpPr>
          <p:spPr>
            <a:xfrm>
              <a:off x="1291823" y="4677248"/>
              <a:ext cx="177210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0%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1220774" y="4307546"/>
              <a:ext cx="248259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10%</a:t>
              </a:r>
            </a:p>
          </p:txBody>
        </p:sp>
        <p:sp>
          <p:nvSpPr>
            <p:cNvPr id="51" name="tx50"/>
            <p:cNvSpPr/>
            <p:nvPr/>
          </p:nvSpPr>
          <p:spPr>
            <a:xfrm>
              <a:off x="1220774" y="3937843"/>
              <a:ext cx="248259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20%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1220774" y="3568141"/>
              <a:ext cx="248259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30%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1220774" y="3198438"/>
              <a:ext cx="248259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40%</a:t>
              </a:r>
            </a:p>
          </p:txBody>
        </p:sp>
        <p:sp>
          <p:nvSpPr>
            <p:cNvPr id="54" name="tx53"/>
            <p:cNvSpPr/>
            <p:nvPr/>
          </p:nvSpPr>
          <p:spPr>
            <a:xfrm>
              <a:off x="1220774" y="2828735"/>
              <a:ext cx="248259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50%</a:t>
              </a:r>
            </a:p>
          </p:txBody>
        </p:sp>
        <p:sp>
          <p:nvSpPr>
            <p:cNvPr id="55" name="tx54"/>
            <p:cNvSpPr/>
            <p:nvPr/>
          </p:nvSpPr>
          <p:spPr>
            <a:xfrm>
              <a:off x="1220774" y="2459033"/>
              <a:ext cx="248259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60%</a:t>
              </a:r>
            </a:p>
          </p:txBody>
        </p:sp>
        <p:sp>
          <p:nvSpPr>
            <p:cNvPr id="56" name="tx55"/>
            <p:cNvSpPr/>
            <p:nvPr/>
          </p:nvSpPr>
          <p:spPr>
            <a:xfrm>
              <a:off x="1220774" y="2089330"/>
              <a:ext cx="248259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70%</a:t>
              </a:r>
            </a:p>
          </p:txBody>
        </p:sp>
        <p:sp>
          <p:nvSpPr>
            <p:cNvPr id="57" name="tx56"/>
            <p:cNvSpPr/>
            <p:nvPr/>
          </p:nvSpPr>
          <p:spPr>
            <a:xfrm>
              <a:off x="1220774" y="1719628"/>
              <a:ext cx="248259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80%</a:t>
              </a:r>
            </a:p>
          </p:txBody>
        </p:sp>
        <p:sp>
          <p:nvSpPr>
            <p:cNvPr id="58" name="tx57"/>
            <p:cNvSpPr/>
            <p:nvPr/>
          </p:nvSpPr>
          <p:spPr>
            <a:xfrm>
              <a:off x="1220774" y="1349925"/>
              <a:ext cx="248259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90%</a:t>
              </a:r>
            </a:p>
          </p:txBody>
        </p:sp>
        <p:sp>
          <p:nvSpPr>
            <p:cNvPr id="59" name="tx58"/>
            <p:cNvSpPr/>
            <p:nvPr/>
          </p:nvSpPr>
          <p:spPr>
            <a:xfrm>
              <a:off x="1149725" y="980222"/>
              <a:ext cx="319308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100%</a:t>
              </a:r>
            </a:p>
          </p:txBody>
        </p:sp>
        <p:sp>
          <p:nvSpPr>
            <p:cNvPr id="60" name="pl59"/>
            <p:cNvSpPr/>
            <p:nvPr/>
          </p:nvSpPr>
          <p:spPr>
            <a:xfrm>
              <a:off x="1496869" y="471798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0"/>
            <p:cNvSpPr/>
            <p:nvPr/>
          </p:nvSpPr>
          <p:spPr>
            <a:xfrm>
              <a:off x="1496869" y="434828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1"/>
            <p:cNvSpPr/>
            <p:nvPr/>
          </p:nvSpPr>
          <p:spPr>
            <a:xfrm>
              <a:off x="1496869" y="397858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2"/>
            <p:cNvSpPr/>
            <p:nvPr/>
          </p:nvSpPr>
          <p:spPr>
            <a:xfrm>
              <a:off x="1496869" y="360887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3"/>
            <p:cNvSpPr/>
            <p:nvPr/>
          </p:nvSpPr>
          <p:spPr>
            <a:xfrm>
              <a:off x="1496869" y="323917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4"/>
            <p:cNvSpPr/>
            <p:nvPr/>
          </p:nvSpPr>
          <p:spPr>
            <a:xfrm>
              <a:off x="1496869" y="286947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5"/>
            <p:cNvSpPr/>
            <p:nvPr/>
          </p:nvSpPr>
          <p:spPr>
            <a:xfrm>
              <a:off x="1496869" y="249976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6"/>
            <p:cNvSpPr/>
            <p:nvPr/>
          </p:nvSpPr>
          <p:spPr>
            <a:xfrm>
              <a:off x="1496869" y="213006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7"/>
            <p:cNvSpPr/>
            <p:nvPr/>
          </p:nvSpPr>
          <p:spPr>
            <a:xfrm>
              <a:off x="1496869" y="176036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8"/>
            <p:cNvSpPr/>
            <p:nvPr/>
          </p:nvSpPr>
          <p:spPr>
            <a:xfrm>
              <a:off x="1496869" y="139066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69"/>
            <p:cNvSpPr/>
            <p:nvPr/>
          </p:nvSpPr>
          <p:spPr>
            <a:xfrm>
              <a:off x="1496869" y="102095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0"/>
            <p:cNvSpPr/>
            <p:nvPr/>
          </p:nvSpPr>
          <p:spPr>
            <a:xfrm>
              <a:off x="1531664" y="47179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1"/>
            <p:cNvSpPr/>
            <p:nvPr/>
          </p:nvSpPr>
          <p:spPr>
            <a:xfrm>
              <a:off x="1964544" y="47179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2"/>
            <p:cNvSpPr/>
            <p:nvPr/>
          </p:nvSpPr>
          <p:spPr>
            <a:xfrm>
              <a:off x="2397424" y="47179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3"/>
            <p:cNvSpPr/>
            <p:nvPr/>
          </p:nvSpPr>
          <p:spPr>
            <a:xfrm>
              <a:off x="2830305" y="47179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4"/>
            <p:cNvSpPr/>
            <p:nvPr/>
          </p:nvSpPr>
          <p:spPr>
            <a:xfrm>
              <a:off x="3263185" y="47179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5"/>
            <p:cNvSpPr/>
            <p:nvPr/>
          </p:nvSpPr>
          <p:spPr>
            <a:xfrm>
              <a:off x="3696066" y="47179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6"/>
            <p:cNvSpPr/>
            <p:nvPr/>
          </p:nvSpPr>
          <p:spPr>
            <a:xfrm>
              <a:off x="4128946" y="47179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7"/>
            <p:cNvSpPr/>
            <p:nvPr/>
          </p:nvSpPr>
          <p:spPr>
            <a:xfrm>
              <a:off x="4561826" y="47179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8"/>
            <p:cNvSpPr/>
            <p:nvPr/>
          </p:nvSpPr>
          <p:spPr>
            <a:xfrm>
              <a:off x="4994707" y="47179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79"/>
            <p:cNvSpPr/>
            <p:nvPr/>
          </p:nvSpPr>
          <p:spPr>
            <a:xfrm>
              <a:off x="5427587" y="47179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tx80"/>
            <p:cNvSpPr/>
            <p:nvPr/>
          </p:nvSpPr>
          <p:spPr>
            <a:xfrm>
              <a:off x="1496139" y="4780615"/>
              <a:ext cx="71048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82" name="tx81"/>
            <p:cNvSpPr/>
            <p:nvPr/>
          </p:nvSpPr>
          <p:spPr>
            <a:xfrm>
              <a:off x="1929020" y="4780615"/>
              <a:ext cx="71048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83" name="tx82"/>
            <p:cNvSpPr/>
            <p:nvPr/>
          </p:nvSpPr>
          <p:spPr>
            <a:xfrm>
              <a:off x="2326376" y="4780615"/>
              <a:ext cx="142097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12</a:t>
              </a:r>
            </a:p>
          </p:txBody>
        </p:sp>
        <p:sp>
          <p:nvSpPr>
            <p:cNvPr id="84" name="tx83"/>
            <p:cNvSpPr/>
            <p:nvPr/>
          </p:nvSpPr>
          <p:spPr>
            <a:xfrm>
              <a:off x="2759256" y="4780615"/>
              <a:ext cx="142097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18</a:t>
              </a:r>
            </a:p>
          </p:txBody>
        </p:sp>
        <p:sp>
          <p:nvSpPr>
            <p:cNvPr id="85" name="tx84"/>
            <p:cNvSpPr/>
            <p:nvPr/>
          </p:nvSpPr>
          <p:spPr>
            <a:xfrm>
              <a:off x="3192136" y="4780615"/>
              <a:ext cx="142097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24</a:t>
              </a:r>
            </a:p>
          </p:txBody>
        </p:sp>
        <p:sp>
          <p:nvSpPr>
            <p:cNvPr id="86" name="tx85"/>
            <p:cNvSpPr/>
            <p:nvPr/>
          </p:nvSpPr>
          <p:spPr>
            <a:xfrm>
              <a:off x="3625017" y="4780615"/>
              <a:ext cx="142097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30</a:t>
              </a:r>
            </a:p>
          </p:txBody>
        </p:sp>
        <p:sp>
          <p:nvSpPr>
            <p:cNvPr id="87" name="tx86"/>
            <p:cNvSpPr/>
            <p:nvPr/>
          </p:nvSpPr>
          <p:spPr>
            <a:xfrm>
              <a:off x="4057897" y="4780615"/>
              <a:ext cx="142097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36</a:t>
              </a:r>
            </a:p>
          </p:txBody>
        </p:sp>
        <p:sp>
          <p:nvSpPr>
            <p:cNvPr id="88" name="tx87"/>
            <p:cNvSpPr/>
            <p:nvPr/>
          </p:nvSpPr>
          <p:spPr>
            <a:xfrm>
              <a:off x="4490777" y="4780615"/>
              <a:ext cx="142097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42</a:t>
              </a:r>
            </a:p>
          </p:txBody>
        </p:sp>
        <p:sp>
          <p:nvSpPr>
            <p:cNvPr id="89" name="tx88"/>
            <p:cNvSpPr/>
            <p:nvPr/>
          </p:nvSpPr>
          <p:spPr>
            <a:xfrm>
              <a:off x="4923658" y="4780615"/>
              <a:ext cx="142097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48</a:t>
              </a:r>
            </a:p>
          </p:txBody>
        </p:sp>
        <p:sp>
          <p:nvSpPr>
            <p:cNvPr id="90" name="tx89"/>
            <p:cNvSpPr/>
            <p:nvPr/>
          </p:nvSpPr>
          <p:spPr>
            <a:xfrm>
              <a:off x="5356538" y="4780615"/>
              <a:ext cx="142097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54</a:t>
              </a:r>
            </a:p>
          </p:txBody>
        </p:sp>
        <p:sp>
          <p:nvSpPr>
            <p:cNvPr id="91" name="tx90"/>
            <p:cNvSpPr/>
            <p:nvPr/>
          </p:nvSpPr>
          <p:spPr>
            <a:xfrm>
              <a:off x="2804204" y="4920108"/>
              <a:ext cx="1422989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Days post-challenge</a:t>
              </a:r>
            </a:p>
          </p:txBody>
        </p:sp>
        <p:sp>
          <p:nvSpPr>
            <p:cNvPr id="92" name="tx91"/>
            <p:cNvSpPr/>
            <p:nvPr/>
          </p:nvSpPr>
          <p:spPr>
            <a:xfrm rot="-5400000">
              <a:off x="358310" y="2800055"/>
              <a:ext cx="1353220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Survival probability</a:t>
              </a:r>
            </a:p>
          </p:txBody>
        </p:sp>
        <p:sp>
          <p:nvSpPr>
            <p:cNvPr id="93" name="rc92"/>
            <p:cNvSpPr/>
            <p:nvPr/>
          </p:nvSpPr>
          <p:spPr>
            <a:xfrm>
              <a:off x="5638912" y="2571404"/>
              <a:ext cx="509418" cy="55916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" name="tx93"/>
            <p:cNvSpPr/>
            <p:nvPr/>
          </p:nvSpPr>
          <p:spPr>
            <a:xfrm>
              <a:off x="5708501" y="2655532"/>
              <a:ext cx="370240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Trt.ID</a:t>
              </a:r>
            </a:p>
          </p:txBody>
        </p:sp>
        <p:sp>
          <p:nvSpPr>
            <p:cNvPr id="95" name="rc94"/>
            <p:cNvSpPr/>
            <p:nvPr/>
          </p:nvSpPr>
          <p:spPr>
            <a:xfrm>
              <a:off x="5708501" y="2841524"/>
              <a:ext cx="219455" cy="219456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" name="pl95"/>
            <p:cNvSpPr/>
            <p:nvPr/>
          </p:nvSpPr>
          <p:spPr>
            <a:xfrm>
              <a:off x="5730446" y="295125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tx96"/>
            <p:cNvSpPr/>
            <p:nvPr/>
          </p:nvSpPr>
          <p:spPr>
            <a:xfrm>
              <a:off x="5745123" y="2878740"/>
              <a:ext cx="146212" cy="1271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74" i="0" b="0">
                  <a:solidFill>
                    <a:srgbClr val="F8766D">
                      <a:alpha val="100000"/>
                    </a:srgbClr>
                  </a:solidFill>
                  <a:latin typeface="DejaVu Sans"/>
                  <a:cs typeface="DejaVu Sans"/>
                </a:rPr>
                <a:t>+</a:t>
              </a:r>
            </a:p>
          </p:txBody>
        </p:sp>
        <p:sp>
          <p:nvSpPr>
            <p:cNvPr id="98" name="tx97"/>
            <p:cNvSpPr/>
            <p:nvPr/>
          </p:nvSpPr>
          <p:spPr>
            <a:xfrm>
              <a:off x="5997546" y="2910516"/>
              <a:ext cx="76443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runner</cp:lastModifiedBy>
  <cp:revision>3</cp:revision>
  <dcterms:created xsi:type="dcterms:W3CDTF">2017-02-13T16:18:36Z</dcterms:created>
  <dcterms:modified xsi:type="dcterms:W3CDTF">2026-07-05T21:49:44Z</dcterms:modified>
  <cp:category/>
</cp:coreProperties>
</file>