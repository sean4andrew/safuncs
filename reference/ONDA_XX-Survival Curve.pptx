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1664" y="983989"/>
              <a:ext cx="3968069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1664" y="453313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1664" y="416343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1664" y="379372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1664" y="3424026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1664" y="305432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1664" y="268462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1664" y="231491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531664" y="194521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31664" y="157551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531664" y="120581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810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18098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61386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4674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47962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91250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34538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47782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521114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1664" y="471798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1664" y="434828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1664" y="397858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1664" y="360887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1664" y="323917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531664" y="286947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531664" y="249976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531664" y="213006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531664" y="176036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531664" y="139066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531664" y="102095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153166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96454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39742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83030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26318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6960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12894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56182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499470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42758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531664" y="1020959"/>
              <a:ext cx="3895923" cy="1318605"/>
            </a:xfrm>
            <a:custGeom>
              <a:avLst/>
              <a:pathLst>
                <a:path w="3895923" h="1318605">
                  <a:moveTo>
                    <a:pt x="0" y="0"/>
                  </a:moveTo>
                  <a:lnTo>
                    <a:pt x="1659374" y="0"/>
                  </a:lnTo>
                  <a:lnTo>
                    <a:pt x="1659374" y="12323"/>
                  </a:lnTo>
                  <a:lnTo>
                    <a:pt x="1875814" y="12323"/>
                  </a:lnTo>
                  <a:lnTo>
                    <a:pt x="1875814" y="73940"/>
                  </a:lnTo>
                  <a:lnTo>
                    <a:pt x="1947961" y="73940"/>
                  </a:lnTo>
                  <a:lnTo>
                    <a:pt x="1947961" y="123234"/>
                  </a:lnTo>
                  <a:lnTo>
                    <a:pt x="2092255" y="123234"/>
                  </a:lnTo>
                  <a:lnTo>
                    <a:pt x="2092255" y="135557"/>
                  </a:lnTo>
                  <a:lnTo>
                    <a:pt x="2164401" y="135557"/>
                  </a:lnTo>
                  <a:lnTo>
                    <a:pt x="2164401" y="172527"/>
                  </a:lnTo>
                  <a:lnTo>
                    <a:pt x="2236548" y="172527"/>
                  </a:lnTo>
                  <a:lnTo>
                    <a:pt x="2236548" y="221821"/>
                  </a:lnTo>
                  <a:lnTo>
                    <a:pt x="2308695" y="221821"/>
                  </a:lnTo>
                  <a:lnTo>
                    <a:pt x="2308695" y="320408"/>
                  </a:lnTo>
                  <a:lnTo>
                    <a:pt x="2380841" y="320408"/>
                  </a:lnTo>
                  <a:lnTo>
                    <a:pt x="2380841" y="394349"/>
                  </a:lnTo>
                  <a:lnTo>
                    <a:pt x="2452988" y="394349"/>
                  </a:lnTo>
                  <a:lnTo>
                    <a:pt x="2452988" y="468289"/>
                  </a:lnTo>
                  <a:lnTo>
                    <a:pt x="2525135" y="468289"/>
                  </a:lnTo>
                  <a:lnTo>
                    <a:pt x="2525135" y="566877"/>
                  </a:lnTo>
                  <a:lnTo>
                    <a:pt x="2597282" y="566877"/>
                  </a:lnTo>
                  <a:lnTo>
                    <a:pt x="2597282" y="702434"/>
                  </a:lnTo>
                  <a:lnTo>
                    <a:pt x="2669428" y="702434"/>
                  </a:lnTo>
                  <a:lnTo>
                    <a:pt x="2669428" y="801022"/>
                  </a:lnTo>
                  <a:lnTo>
                    <a:pt x="2741575" y="801022"/>
                  </a:lnTo>
                  <a:lnTo>
                    <a:pt x="2741575" y="837992"/>
                  </a:lnTo>
                  <a:lnTo>
                    <a:pt x="2813722" y="837992"/>
                  </a:lnTo>
                  <a:lnTo>
                    <a:pt x="2813722" y="887286"/>
                  </a:lnTo>
                  <a:lnTo>
                    <a:pt x="2885869" y="887286"/>
                  </a:lnTo>
                  <a:lnTo>
                    <a:pt x="2885869" y="961226"/>
                  </a:lnTo>
                  <a:lnTo>
                    <a:pt x="2958015" y="961226"/>
                  </a:lnTo>
                  <a:lnTo>
                    <a:pt x="2958015" y="985873"/>
                  </a:lnTo>
                  <a:lnTo>
                    <a:pt x="3102309" y="985873"/>
                  </a:lnTo>
                  <a:lnTo>
                    <a:pt x="3102309" y="1010520"/>
                  </a:lnTo>
                  <a:lnTo>
                    <a:pt x="3174455" y="1010520"/>
                  </a:lnTo>
                  <a:lnTo>
                    <a:pt x="3174455" y="1035167"/>
                  </a:lnTo>
                  <a:lnTo>
                    <a:pt x="3246602" y="1035167"/>
                  </a:lnTo>
                  <a:lnTo>
                    <a:pt x="3246602" y="1109107"/>
                  </a:lnTo>
                  <a:lnTo>
                    <a:pt x="3318749" y="1109107"/>
                  </a:lnTo>
                  <a:lnTo>
                    <a:pt x="3318749" y="1121431"/>
                  </a:lnTo>
                  <a:lnTo>
                    <a:pt x="3390896" y="1121431"/>
                  </a:lnTo>
                  <a:lnTo>
                    <a:pt x="3390896" y="1170724"/>
                  </a:lnTo>
                  <a:lnTo>
                    <a:pt x="3463042" y="1170724"/>
                  </a:lnTo>
                  <a:lnTo>
                    <a:pt x="3463042" y="1244665"/>
                  </a:lnTo>
                  <a:lnTo>
                    <a:pt x="3535189" y="1244665"/>
                  </a:lnTo>
                  <a:lnTo>
                    <a:pt x="3535189" y="1281635"/>
                  </a:lnTo>
                  <a:lnTo>
                    <a:pt x="3607336" y="1281635"/>
                  </a:lnTo>
                  <a:lnTo>
                    <a:pt x="3607336" y="1306282"/>
                  </a:lnTo>
                  <a:lnTo>
                    <a:pt x="3895923" y="1306282"/>
                  </a:lnTo>
                  <a:lnTo>
                    <a:pt x="3895923" y="131860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5354481" y="2267053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291823" y="4677248"/>
              <a:ext cx="177210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220774" y="4307546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220774" y="393784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220774" y="3568141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220774" y="319843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220774" y="282873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220774" y="245903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20774" y="2089330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220774" y="171962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220774" y="134992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149725" y="980222"/>
              <a:ext cx="31930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60" name="pl59"/>
            <p:cNvSpPr/>
            <p:nvPr/>
          </p:nvSpPr>
          <p:spPr>
            <a:xfrm>
              <a:off x="1496869" y="4717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496869" y="4348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496869" y="3978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496869" y="3608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496869" y="3239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496869" y="2869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496869" y="2499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496869" y="2130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496869" y="17603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496869" y="13906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869" y="1020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53166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96454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39742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83030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326318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69606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412894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456182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499470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542758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0"/>
            <p:cNvSpPr/>
            <p:nvPr/>
          </p:nvSpPr>
          <p:spPr>
            <a:xfrm>
              <a:off x="1496139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929020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232637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75925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319213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362501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405789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449077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492365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35653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2804204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92" name="tx91"/>
            <p:cNvSpPr/>
            <p:nvPr/>
          </p:nvSpPr>
          <p:spPr>
            <a:xfrm rot="-5400000">
              <a:off x="358310" y="2800055"/>
              <a:ext cx="135322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93" name="rc92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>
              <a:off x="5745123" y="2878740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2026-07-05T22:07:07Z</dcterms:modified>
  <cp:category/>
</cp:coreProperties>
</file>