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531664" y="983989"/>
              <a:ext cx="3968069" cy="373399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531664" y="453313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531664" y="416343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531664" y="379372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531664" y="3424026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531664" y="305432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531664" y="268462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531664" y="2314918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531664" y="194521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531664" y="1575513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531664" y="120581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74810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18098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61386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4674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347962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391250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34538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47782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521114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531664" y="4717985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1531664" y="434828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1531664" y="3978580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1531664" y="360887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1531664" y="323917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1531664" y="2869472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1531664" y="249976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1531664" y="2130067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1531664" y="1760364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1531664" y="1390661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1531664" y="1020959"/>
              <a:ext cx="3968069" cy="0"/>
            </a:xfrm>
            <a:custGeom>
              <a:avLst/>
              <a:pathLst>
                <a:path w="3968069" h="0">
                  <a:moveTo>
                    <a:pt x="0" y="0"/>
                  </a:moveTo>
                  <a:lnTo>
                    <a:pt x="3968069" y="0"/>
                  </a:lnTo>
                  <a:lnTo>
                    <a:pt x="3968069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153166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196454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2397424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283030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263185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369606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412894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4561826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499470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5427587" y="983989"/>
              <a:ext cx="0" cy="3733996"/>
            </a:xfrm>
            <a:custGeom>
              <a:avLst/>
              <a:pathLst>
                <a:path w="0" h="3733996">
                  <a:moveTo>
                    <a:pt x="0" y="37339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531664" y="1020959"/>
              <a:ext cx="3895923" cy="1318605"/>
            </a:xfrm>
            <a:custGeom>
              <a:avLst/>
              <a:pathLst>
                <a:path w="3895923" h="1318605">
                  <a:moveTo>
                    <a:pt x="0" y="0"/>
                  </a:moveTo>
                  <a:lnTo>
                    <a:pt x="1659374" y="0"/>
                  </a:lnTo>
                  <a:lnTo>
                    <a:pt x="1659374" y="12323"/>
                  </a:lnTo>
                  <a:lnTo>
                    <a:pt x="1875814" y="12323"/>
                  </a:lnTo>
                  <a:lnTo>
                    <a:pt x="1875814" y="73940"/>
                  </a:lnTo>
                  <a:lnTo>
                    <a:pt x="1947961" y="73940"/>
                  </a:lnTo>
                  <a:lnTo>
                    <a:pt x="1947961" y="123234"/>
                  </a:lnTo>
                  <a:lnTo>
                    <a:pt x="2092255" y="123234"/>
                  </a:lnTo>
                  <a:lnTo>
                    <a:pt x="2092255" y="135557"/>
                  </a:lnTo>
                  <a:lnTo>
                    <a:pt x="2164401" y="135557"/>
                  </a:lnTo>
                  <a:lnTo>
                    <a:pt x="2164401" y="172527"/>
                  </a:lnTo>
                  <a:lnTo>
                    <a:pt x="2236548" y="172527"/>
                  </a:lnTo>
                  <a:lnTo>
                    <a:pt x="2236548" y="221821"/>
                  </a:lnTo>
                  <a:lnTo>
                    <a:pt x="2308695" y="221821"/>
                  </a:lnTo>
                  <a:lnTo>
                    <a:pt x="2308695" y="320408"/>
                  </a:lnTo>
                  <a:lnTo>
                    <a:pt x="2380841" y="320408"/>
                  </a:lnTo>
                  <a:lnTo>
                    <a:pt x="2380841" y="394349"/>
                  </a:lnTo>
                  <a:lnTo>
                    <a:pt x="2452988" y="394349"/>
                  </a:lnTo>
                  <a:lnTo>
                    <a:pt x="2452988" y="468289"/>
                  </a:lnTo>
                  <a:lnTo>
                    <a:pt x="2525135" y="468289"/>
                  </a:lnTo>
                  <a:lnTo>
                    <a:pt x="2525135" y="566877"/>
                  </a:lnTo>
                  <a:lnTo>
                    <a:pt x="2597282" y="566877"/>
                  </a:lnTo>
                  <a:lnTo>
                    <a:pt x="2597282" y="702434"/>
                  </a:lnTo>
                  <a:lnTo>
                    <a:pt x="2669428" y="702434"/>
                  </a:lnTo>
                  <a:lnTo>
                    <a:pt x="2669428" y="801022"/>
                  </a:lnTo>
                  <a:lnTo>
                    <a:pt x="2741575" y="801022"/>
                  </a:lnTo>
                  <a:lnTo>
                    <a:pt x="2741575" y="837992"/>
                  </a:lnTo>
                  <a:lnTo>
                    <a:pt x="2813722" y="837992"/>
                  </a:lnTo>
                  <a:lnTo>
                    <a:pt x="2813722" y="887286"/>
                  </a:lnTo>
                  <a:lnTo>
                    <a:pt x="2885869" y="887286"/>
                  </a:lnTo>
                  <a:lnTo>
                    <a:pt x="2885869" y="961226"/>
                  </a:lnTo>
                  <a:lnTo>
                    <a:pt x="2958015" y="961226"/>
                  </a:lnTo>
                  <a:lnTo>
                    <a:pt x="2958015" y="985873"/>
                  </a:lnTo>
                  <a:lnTo>
                    <a:pt x="3102309" y="985873"/>
                  </a:lnTo>
                  <a:lnTo>
                    <a:pt x="3102309" y="1010520"/>
                  </a:lnTo>
                  <a:lnTo>
                    <a:pt x="3174455" y="1010520"/>
                  </a:lnTo>
                  <a:lnTo>
                    <a:pt x="3174455" y="1035167"/>
                  </a:lnTo>
                  <a:lnTo>
                    <a:pt x="3246602" y="1035167"/>
                  </a:lnTo>
                  <a:lnTo>
                    <a:pt x="3246602" y="1109107"/>
                  </a:lnTo>
                  <a:lnTo>
                    <a:pt x="3318749" y="1109107"/>
                  </a:lnTo>
                  <a:lnTo>
                    <a:pt x="3318749" y="1121431"/>
                  </a:lnTo>
                  <a:lnTo>
                    <a:pt x="3390896" y="1121431"/>
                  </a:lnTo>
                  <a:lnTo>
                    <a:pt x="3390896" y="1170724"/>
                  </a:lnTo>
                  <a:lnTo>
                    <a:pt x="3463042" y="1170724"/>
                  </a:lnTo>
                  <a:lnTo>
                    <a:pt x="3463042" y="1244665"/>
                  </a:lnTo>
                  <a:lnTo>
                    <a:pt x="3535189" y="1244665"/>
                  </a:lnTo>
                  <a:lnTo>
                    <a:pt x="3535189" y="1281635"/>
                  </a:lnTo>
                  <a:lnTo>
                    <a:pt x="3607336" y="1281635"/>
                  </a:lnTo>
                  <a:lnTo>
                    <a:pt x="3607336" y="1306282"/>
                  </a:lnTo>
                  <a:lnTo>
                    <a:pt x="3895923" y="1306282"/>
                  </a:lnTo>
                  <a:lnTo>
                    <a:pt x="3895923" y="1318605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7"/>
            <p:cNvSpPr/>
            <p:nvPr/>
          </p:nvSpPr>
          <p:spPr>
            <a:xfrm>
              <a:off x="5354481" y="2267053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1291823" y="4677248"/>
              <a:ext cx="177210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0%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1220774" y="4307546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10%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1220774" y="393784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20%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1220774" y="3568141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30%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1220774" y="319843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40%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1220774" y="282873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50%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1220774" y="2459033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60%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1220774" y="2089330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70%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1220774" y="1719628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80%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220774" y="1349925"/>
              <a:ext cx="248259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90%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1149725" y="980222"/>
              <a:ext cx="31930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100%</a:t>
              </a:r>
            </a:p>
          </p:txBody>
        </p:sp>
        <p:sp>
          <p:nvSpPr>
            <p:cNvPr id="60" name="pl59"/>
            <p:cNvSpPr/>
            <p:nvPr/>
          </p:nvSpPr>
          <p:spPr>
            <a:xfrm>
              <a:off x="1496869" y="47179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0"/>
            <p:cNvSpPr/>
            <p:nvPr/>
          </p:nvSpPr>
          <p:spPr>
            <a:xfrm>
              <a:off x="1496869" y="43482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1"/>
            <p:cNvSpPr/>
            <p:nvPr/>
          </p:nvSpPr>
          <p:spPr>
            <a:xfrm>
              <a:off x="1496869" y="39785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2"/>
            <p:cNvSpPr/>
            <p:nvPr/>
          </p:nvSpPr>
          <p:spPr>
            <a:xfrm>
              <a:off x="1496869" y="36088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3"/>
            <p:cNvSpPr/>
            <p:nvPr/>
          </p:nvSpPr>
          <p:spPr>
            <a:xfrm>
              <a:off x="1496869" y="323917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496869" y="2869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496869" y="24997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496869" y="21300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496869" y="17603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496869" y="13906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1496869" y="10209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153166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196454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2397424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3"/>
            <p:cNvSpPr/>
            <p:nvPr/>
          </p:nvSpPr>
          <p:spPr>
            <a:xfrm>
              <a:off x="283030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4"/>
            <p:cNvSpPr/>
            <p:nvPr/>
          </p:nvSpPr>
          <p:spPr>
            <a:xfrm>
              <a:off x="3263185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5"/>
            <p:cNvSpPr/>
            <p:nvPr/>
          </p:nvSpPr>
          <p:spPr>
            <a:xfrm>
              <a:off x="369606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6"/>
            <p:cNvSpPr/>
            <p:nvPr/>
          </p:nvSpPr>
          <p:spPr>
            <a:xfrm>
              <a:off x="412894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7"/>
            <p:cNvSpPr/>
            <p:nvPr/>
          </p:nvSpPr>
          <p:spPr>
            <a:xfrm>
              <a:off x="4561826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8"/>
            <p:cNvSpPr/>
            <p:nvPr/>
          </p:nvSpPr>
          <p:spPr>
            <a:xfrm>
              <a:off x="499470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79"/>
            <p:cNvSpPr/>
            <p:nvPr/>
          </p:nvSpPr>
          <p:spPr>
            <a:xfrm>
              <a:off x="5427587" y="471798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0"/>
            <p:cNvSpPr/>
            <p:nvPr/>
          </p:nvSpPr>
          <p:spPr>
            <a:xfrm>
              <a:off x="1496139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929020" y="4780615"/>
              <a:ext cx="71048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6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232637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12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275925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18</a:t>
              </a:r>
            </a:p>
          </p:txBody>
        </p:sp>
        <p:sp>
          <p:nvSpPr>
            <p:cNvPr id="85" name="tx84"/>
            <p:cNvSpPr/>
            <p:nvPr/>
          </p:nvSpPr>
          <p:spPr>
            <a:xfrm>
              <a:off x="3192136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24</a:t>
              </a:r>
            </a:p>
          </p:txBody>
        </p:sp>
        <p:sp>
          <p:nvSpPr>
            <p:cNvPr id="86" name="tx85"/>
            <p:cNvSpPr/>
            <p:nvPr/>
          </p:nvSpPr>
          <p:spPr>
            <a:xfrm>
              <a:off x="362501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87" name="tx86"/>
            <p:cNvSpPr/>
            <p:nvPr/>
          </p:nvSpPr>
          <p:spPr>
            <a:xfrm>
              <a:off x="405789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36</a:t>
              </a:r>
            </a:p>
          </p:txBody>
        </p:sp>
        <p:sp>
          <p:nvSpPr>
            <p:cNvPr id="88" name="tx87"/>
            <p:cNvSpPr/>
            <p:nvPr/>
          </p:nvSpPr>
          <p:spPr>
            <a:xfrm>
              <a:off x="4490777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42</a:t>
              </a:r>
            </a:p>
          </p:txBody>
        </p:sp>
        <p:sp>
          <p:nvSpPr>
            <p:cNvPr id="89" name="tx88"/>
            <p:cNvSpPr/>
            <p:nvPr/>
          </p:nvSpPr>
          <p:spPr>
            <a:xfrm>
              <a:off x="492365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48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5356538" y="4780615"/>
              <a:ext cx="142097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54</a:t>
              </a:r>
            </a:p>
          </p:txBody>
        </p:sp>
        <p:sp>
          <p:nvSpPr>
            <p:cNvPr id="91" name="tx90"/>
            <p:cNvSpPr/>
            <p:nvPr/>
          </p:nvSpPr>
          <p:spPr>
            <a:xfrm>
              <a:off x="2804204" y="4920108"/>
              <a:ext cx="1422989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Days post-challenge</a:t>
              </a:r>
            </a:p>
          </p:txBody>
        </p:sp>
        <p:sp>
          <p:nvSpPr>
            <p:cNvPr id="92" name="tx91"/>
            <p:cNvSpPr/>
            <p:nvPr/>
          </p:nvSpPr>
          <p:spPr>
            <a:xfrm rot="-5400000">
              <a:off x="358310" y="2800055"/>
              <a:ext cx="135322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Survival probability</a:t>
              </a:r>
            </a:p>
          </p:txBody>
        </p:sp>
        <p:sp>
          <p:nvSpPr>
            <p:cNvPr id="93" name="rc92"/>
            <p:cNvSpPr/>
            <p:nvPr/>
          </p:nvSpPr>
          <p:spPr>
            <a:xfrm>
              <a:off x="5638912" y="2571404"/>
              <a:ext cx="509418" cy="55916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5708501" y="2655532"/>
              <a:ext cx="370240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Trt.ID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5708501" y="2841524"/>
              <a:ext cx="219455" cy="219456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5730446" y="295125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>
              <a:off x="5745123" y="2878740"/>
              <a:ext cx="146212" cy="1271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74" i="0" b="0">
                  <a:solidFill>
                    <a:srgbClr val="F8766D">
                      <a:alpha val="100000"/>
                    </a:srgbClr>
                  </a:solidFill>
                  <a:latin typeface="DejaVu Sans"/>
                  <a:cs typeface="DejaVu Sans"/>
                </a:rPr>
                <a:t>+</a:t>
              </a:r>
            </a:p>
          </p:txBody>
        </p:sp>
        <p:sp>
          <p:nvSpPr>
            <p:cNvPr id="98" name="tx97"/>
            <p:cNvSpPr/>
            <p:nvPr/>
          </p:nvSpPr>
          <p:spPr>
            <a:xfrm>
              <a:off x="5997546" y="2910516"/>
              <a:ext cx="76443" cy="814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2026-07-03T00:29:09Z</dcterms:modified>
  <cp:category/>
</cp:coreProperties>
</file>