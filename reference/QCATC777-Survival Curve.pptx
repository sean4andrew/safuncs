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914400" y="914400"/>
            <a:ext cx="5303520" cy="4206240"/>
            <a:chOff x="914400" y="914400"/>
            <a:chExt cx="5303520" cy="420624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303520" cy="42062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5303519" cy="42062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743918" y="1315770"/>
              <a:ext cx="1758244" cy="144738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743918" y="1330101"/>
              <a:ext cx="1726276" cy="501567"/>
            </a:xfrm>
            <a:custGeom>
              <a:avLst/>
              <a:pathLst>
                <a:path w="1726276" h="501567">
                  <a:moveTo>
                    <a:pt x="0" y="0"/>
                  </a:moveTo>
                  <a:lnTo>
                    <a:pt x="863138" y="0"/>
                  </a:lnTo>
                  <a:lnTo>
                    <a:pt x="863138" y="14330"/>
                  </a:lnTo>
                  <a:lnTo>
                    <a:pt x="959042" y="14330"/>
                  </a:lnTo>
                  <a:lnTo>
                    <a:pt x="959042" y="28661"/>
                  </a:lnTo>
                  <a:lnTo>
                    <a:pt x="991010" y="28661"/>
                  </a:lnTo>
                  <a:lnTo>
                    <a:pt x="991010" y="42991"/>
                  </a:lnTo>
                  <a:lnTo>
                    <a:pt x="1022978" y="42991"/>
                  </a:lnTo>
                  <a:lnTo>
                    <a:pt x="1022978" y="57322"/>
                  </a:lnTo>
                  <a:lnTo>
                    <a:pt x="1054946" y="57322"/>
                  </a:lnTo>
                  <a:lnTo>
                    <a:pt x="1054946" y="71652"/>
                  </a:lnTo>
                  <a:lnTo>
                    <a:pt x="1086914" y="71652"/>
                  </a:lnTo>
                  <a:lnTo>
                    <a:pt x="1086914" y="85983"/>
                  </a:lnTo>
                  <a:lnTo>
                    <a:pt x="1118882" y="85983"/>
                  </a:lnTo>
                  <a:lnTo>
                    <a:pt x="1118882" y="100313"/>
                  </a:lnTo>
                  <a:lnTo>
                    <a:pt x="1150850" y="100313"/>
                  </a:lnTo>
                  <a:lnTo>
                    <a:pt x="1150850" y="157635"/>
                  </a:lnTo>
                  <a:lnTo>
                    <a:pt x="1182818" y="157635"/>
                  </a:lnTo>
                  <a:lnTo>
                    <a:pt x="1182818" y="214957"/>
                  </a:lnTo>
                  <a:lnTo>
                    <a:pt x="1214787" y="214957"/>
                  </a:lnTo>
                  <a:lnTo>
                    <a:pt x="1214787" y="243618"/>
                  </a:lnTo>
                  <a:lnTo>
                    <a:pt x="1246755" y="243618"/>
                  </a:lnTo>
                  <a:lnTo>
                    <a:pt x="1246755" y="286610"/>
                  </a:lnTo>
                  <a:lnTo>
                    <a:pt x="1278723" y="286610"/>
                  </a:lnTo>
                  <a:lnTo>
                    <a:pt x="1278723" y="315271"/>
                  </a:lnTo>
                  <a:lnTo>
                    <a:pt x="1310691" y="315271"/>
                  </a:lnTo>
                  <a:lnTo>
                    <a:pt x="1310691" y="343932"/>
                  </a:lnTo>
                  <a:lnTo>
                    <a:pt x="1374627" y="343932"/>
                  </a:lnTo>
                  <a:lnTo>
                    <a:pt x="1374627" y="358262"/>
                  </a:lnTo>
                  <a:lnTo>
                    <a:pt x="1438563" y="358262"/>
                  </a:lnTo>
                  <a:lnTo>
                    <a:pt x="1438563" y="401254"/>
                  </a:lnTo>
                  <a:lnTo>
                    <a:pt x="1502499" y="401254"/>
                  </a:lnTo>
                  <a:lnTo>
                    <a:pt x="1502499" y="444245"/>
                  </a:lnTo>
                  <a:lnTo>
                    <a:pt x="1534467" y="444245"/>
                  </a:lnTo>
                  <a:lnTo>
                    <a:pt x="1534467" y="472906"/>
                  </a:lnTo>
                  <a:lnTo>
                    <a:pt x="1566435" y="472906"/>
                  </a:lnTo>
                  <a:lnTo>
                    <a:pt x="1566435" y="487237"/>
                  </a:lnTo>
                  <a:lnTo>
                    <a:pt x="1598403" y="487237"/>
                  </a:lnTo>
                  <a:lnTo>
                    <a:pt x="1598403" y="501567"/>
                  </a:lnTo>
                  <a:lnTo>
                    <a:pt x="1726276" y="501567"/>
                  </a:lnTo>
                  <a:lnTo>
                    <a:pt x="1726276" y="501567"/>
                  </a:lnTo>
                </a:path>
              </a:pathLst>
            </a:custGeom>
            <a:ln w="27101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743918" y="1330101"/>
              <a:ext cx="1726276" cy="558889"/>
            </a:xfrm>
            <a:custGeom>
              <a:avLst/>
              <a:pathLst>
                <a:path w="1726276" h="558889">
                  <a:moveTo>
                    <a:pt x="0" y="0"/>
                  </a:moveTo>
                  <a:lnTo>
                    <a:pt x="831170" y="0"/>
                  </a:lnTo>
                  <a:lnTo>
                    <a:pt x="831170" y="14330"/>
                  </a:lnTo>
                  <a:lnTo>
                    <a:pt x="863138" y="14330"/>
                  </a:lnTo>
                  <a:lnTo>
                    <a:pt x="863138" y="42991"/>
                  </a:lnTo>
                  <a:lnTo>
                    <a:pt x="959042" y="42991"/>
                  </a:lnTo>
                  <a:lnTo>
                    <a:pt x="959042" y="71652"/>
                  </a:lnTo>
                  <a:lnTo>
                    <a:pt x="991010" y="71652"/>
                  </a:lnTo>
                  <a:lnTo>
                    <a:pt x="991010" y="100313"/>
                  </a:lnTo>
                  <a:lnTo>
                    <a:pt x="1022978" y="100313"/>
                  </a:lnTo>
                  <a:lnTo>
                    <a:pt x="1022978" y="186296"/>
                  </a:lnTo>
                  <a:lnTo>
                    <a:pt x="1054946" y="186296"/>
                  </a:lnTo>
                  <a:lnTo>
                    <a:pt x="1054946" y="243618"/>
                  </a:lnTo>
                  <a:lnTo>
                    <a:pt x="1086914" y="243618"/>
                  </a:lnTo>
                  <a:lnTo>
                    <a:pt x="1086914" y="286610"/>
                  </a:lnTo>
                  <a:lnTo>
                    <a:pt x="1118882" y="286610"/>
                  </a:lnTo>
                  <a:lnTo>
                    <a:pt x="1118882" y="358262"/>
                  </a:lnTo>
                  <a:lnTo>
                    <a:pt x="1150850" y="358262"/>
                  </a:lnTo>
                  <a:lnTo>
                    <a:pt x="1150850" y="429915"/>
                  </a:lnTo>
                  <a:lnTo>
                    <a:pt x="1182818" y="429915"/>
                  </a:lnTo>
                  <a:lnTo>
                    <a:pt x="1182818" y="458576"/>
                  </a:lnTo>
                  <a:lnTo>
                    <a:pt x="1214787" y="458576"/>
                  </a:lnTo>
                  <a:lnTo>
                    <a:pt x="1214787" y="472906"/>
                  </a:lnTo>
                  <a:lnTo>
                    <a:pt x="1246755" y="472906"/>
                  </a:lnTo>
                  <a:lnTo>
                    <a:pt x="1246755" y="487237"/>
                  </a:lnTo>
                  <a:lnTo>
                    <a:pt x="1278723" y="487237"/>
                  </a:lnTo>
                  <a:lnTo>
                    <a:pt x="1278723" y="515898"/>
                  </a:lnTo>
                  <a:lnTo>
                    <a:pt x="1502499" y="515898"/>
                  </a:lnTo>
                  <a:lnTo>
                    <a:pt x="1502499" y="530228"/>
                  </a:lnTo>
                  <a:lnTo>
                    <a:pt x="1534467" y="530228"/>
                  </a:lnTo>
                  <a:lnTo>
                    <a:pt x="1534467" y="544559"/>
                  </a:lnTo>
                  <a:lnTo>
                    <a:pt x="1726276" y="544559"/>
                  </a:lnTo>
                  <a:lnTo>
                    <a:pt x="1726276" y="558889"/>
                  </a:lnTo>
                </a:path>
              </a:pathLst>
            </a:custGeom>
            <a:ln w="27101" cap="flat">
              <a:solidFill>
                <a:srgbClr val="00C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743918" y="1330101"/>
              <a:ext cx="1726276" cy="472906"/>
            </a:xfrm>
            <a:custGeom>
              <a:avLst/>
              <a:pathLst>
                <a:path w="1726276" h="472906">
                  <a:moveTo>
                    <a:pt x="0" y="0"/>
                  </a:moveTo>
                  <a:lnTo>
                    <a:pt x="735265" y="0"/>
                  </a:lnTo>
                  <a:lnTo>
                    <a:pt x="735265" y="14330"/>
                  </a:lnTo>
                  <a:lnTo>
                    <a:pt x="831170" y="14330"/>
                  </a:lnTo>
                  <a:lnTo>
                    <a:pt x="831170" y="71652"/>
                  </a:lnTo>
                  <a:lnTo>
                    <a:pt x="863138" y="71652"/>
                  </a:lnTo>
                  <a:lnTo>
                    <a:pt x="863138" y="85983"/>
                  </a:lnTo>
                  <a:lnTo>
                    <a:pt x="927074" y="85983"/>
                  </a:lnTo>
                  <a:lnTo>
                    <a:pt x="927074" y="100313"/>
                  </a:lnTo>
                  <a:lnTo>
                    <a:pt x="991010" y="100313"/>
                  </a:lnTo>
                  <a:lnTo>
                    <a:pt x="991010" y="114644"/>
                  </a:lnTo>
                  <a:lnTo>
                    <a:pt x="1022978" y="114644"/>
                  </a:lnTo>
                  <a:lnTo>
                    <a:pt x="1022978" y="128974"/>
                  </a:lnTo>
                  <a:lnTo>
                    <a:pt x="1054946" y="128974"/>
                  </a:lnTo>
                  <a:lnTo>
                    <a:pt x="1054946" y="143305"/>
                  </a:lnTo>
                  <a:lnTo>
                    <a:pt x="1086914" y="143305"/>
                  </a:lnTo>
                  <a:lnTo>
                    <a:pt x="1086914" y="171966"/>
                  </a:lnTo>
                  <a:lnTo>
                    <a:pt x="1118882" y="171966"/>
                  </a:lnTo>
                  <a:lnTo>
                    <a:pt x="1118882" y="200627"/>
                  </a:lnTo>
                  <a:lnTo>
                    <a:pt x="1150850" y="200627"/>
                  </a:lnTo>
                  <a:lnTo>
                    <a:pt x="1150850" y="229288"/>
                  </a:lnTo>
                  <a:lnTo>
                    <a:pt x="1182818" y="229288"/>
                  </a:lnTo>
                  <a:lnTo>
                    <a:pt x="1182818" y="257949"/>
                  </a:lnTo>
                  <a:lnTo>
                    <a:pt x="1278723" y="257949"/>
                  </a:lnTo>
                  <a:lnTo>
                    <a:pt x="1278723" y="286610"/>
                  </a:lnTo>
                  <a:lnTo>
                    <a:pt x="1374627" y="286610"/>
                  </a:lnTo>
                  <a:lnTo>
                    <a:pt x="1374627" y="300940"/>
                  </a:lnTo>
                  <a:lnTo>
                    <a:pt x="1406595" y="300940"/>
                  </a:lnTo>
                  <a:lnTo>
                    <a:pt x="1406595" y="329601"/>
                  </a:lnTo>
                  <a:lnTo>
                    <a:pt x="1438563" y="329601"/>
                  </a:lnTo>
                  <a:lnTo>
                    <a:pt x="1438563" y="372593"/>
                  </a:lnTo>
                  <a:lnTo>
                    <a:pt x="1470531" y="372593"/>
                  </a:lnTo>
                  <a:lnTo>
                    <a:pt x="1470531" y="386923"/>
                  </a:lnTo>
                  <a:lnTo>
                    <a:pt x="1534467" y="386923"/>
                  </a:lnTo>
                  <a:lnTo>
                    <a:pt x="1534467" y="429915"/>
                  </a:lnTo>
                  <a:lnTo>
                    <a:pt x="1566435" y="429915"/>
                  </a:lnTo>
                  <a:lnTo>
                    <a:pt x="1566435" y="458576"/>
                  </a:lnTo>
                  <a:lnTo>
                    <a:pt x="1598403" y="458576"/>
                  </a:lnTo>
                  <a:lnTo>
                    <a:pt x="1598403" y="472906"/>
                  </a:lnTo>
                  <a:lnTo>
                    <a:pt x="1726276" y="472906"/>
                  </a:lnTo>
                  <a:lnTo>
                    <a:pt x="1726276" y="472906"/>
                  </a:lnTo>
                </a:path>
              </a:pathLst>
            </a:custGeom>
            <a:ln w="27101" cap="flat">
              <a:solidFill>
                <a:srgbClr val="FF64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tx9"/>
            <p:cNvSpPr/>
            <p:nvPr/>
          </p:nvSpPr>
          <p:spPr>
            <a:xfrm>
              <a:off x="3395717" y="1757831"/>
              <a:ext cx="148955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7CAE00">
                      <a:alpha val="100000"/>
                    </a:srgbClr>
                  </a:solidFill>
                  <a:latin typeface="DejaVu Sans"/>
                  <a:cs typeface="DejaVu Sans"/>
                </a:rPr>
                <a:t>+</a:t>
              </a:r>
            </a:p>
          </p:txBody>
        </p:sp>
        <p:sp>
          <p:nvSpPr>
            <p:cNvPr id="11" name="tx10"/>
            <p:cNvSpPr/>
            <p:nvPr/>
          </p:nvSpPr>
          <p:spPr>
            <a:xfrm>
              <a:off x="3395717" y="1815153"/>
              <a:ext cx="148955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C08B">
                      <a:alpha val="100000"/>
                    </a:srgbClr>
                  </a:solidFill>
                  <a:latin typeface="DejaVu Sans"/>
                  <a:cs typeface="DejaVu Sans"/>
                </a:rPr>
                <a:t>+</a:t>
              </a:r>
            </a:p>
          </p:txBody>
        </p:sp>
        <p:sp>
          <p:nvSpPr>
            <p:cNvPr id="12" name="tx11"/>
            <p:cNvSpPr/>
            <p:nvPr/>
          </p:nvSpPr>
          <p:spPr>
            <a:xfrm>
              <a:off x="3395717" y="1729170"/>
              <a:ext cx="148955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FF64B0">
                      <a:alpha val="100000"/>
                    </a:srgbClr>
                  </a:solidFill>
                  <a:latin typeface="DejaVu Sans"/>
                  <a:cs typeface="DejaVu Sans"/>
                </a:rPr>
                <a:t>+</a:t>
              </a:r>
            </a:p>
          </p:txBody>
        </p:sp>
        <p:sp>
          <p:nvSpPr>
            <p:cNvPr id="13" name="rc12"/>
            <p:cNvSpPr/>
            <p:nvPr/>
          </p:nvSpPr>
          <p:spPr>
            <a:xfrm>
              <a:off x="1743918" y="1315770"/>
              <a:ext cx="1758244" cy="144738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1743918" y="3126564"/>
              <a:ext cx="1758244" cy="144738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743918" y="3140895"/>
              <a:ext cx="1726276" cy="386923"/>
            </a:xfrm>
            <a:custGeom>
              <a:avLst/>
              <a:pathLst>
                <a:path w="1726276" h="386923">
                  <a:moveTo>
                    <a:pt x="0" y="0"/>
                  </a:moveTo>
                  <a:lnTo>
                    <a:pt x="639361" y="0"/>
                  </a:lnTo>
                  <a:lnTo>
                    <a:pt x="639361" y="14330"/>
                  </a:lnTo>
                  <a:lnTo>
                    <a:pt x="831170" y="14330"/>
                  </a:lnTo>
                  <a:lnTo>
                    <a:pt x="831170" y="28661"/>
                  </a:lnTo>
                  <a:lnTo>
                    <a:pt x="895106" y="28661"/>
                  </a:lnTo>
                  <a:lnTo>
                    <a:pt x="895106" y="42991"/>
                  </a:lnTo>
                  <a:lnTo>
                    <a:pt x="927074" y="42991"/>
                  </a:lnTo>
                  <a:lnTo>
                    <a:pt x="927074" y="57322"/>
                  </a:lnTo>
                  <a:lnTo>
                    <a:pt x="959042" y="57322"/>
                  </a:lnTo>
                  <a:lnTo>
                    <a:pt x="959042" y="100313"/>
                  </a:lnTo>
                  <a:lnTo>
                    <a:pt x="991010" y="100313"/>
                  </a:lnTo>
                  <a:lnTo>
                    <a:pt x="991010" y="143305"/>
                  </a:lnTo>
                  <a:lnTo>
                    <a:pt x="1022978" y="143305"/>
                  </a:lnTo>
                  <a:lnTo>
                    <a:pt x="1022978" y="157635"/>
                  </a:lnTo>
                  <a:lnTo>
                    <a:pt x="1054946" y="157635"/>
                  </a:lnTo>
                  <a:lnTo>
                    <a:pt x="1054946" y="214957"/>
                  </a:lnTo>
                  <a:lnTo>
                    <a:pt x="1086914" y="214957"/>
                  </a:lnTo>
                  <a:lnTo>
                    <a:pt x="1086914" y="243618"/>
                  </a:lnTo>
                  <a:lnTo>
                    <a:pt x="1118882" y="243618"/>
                  </a:lnTo>
                  <a:lnTo>
                    <a:pt x="1118882" y="272279"/>
                  </a:lnTo>
                  <a:lnTo>
                    <a:pt x="1150850" y="272279"/>
                  </a:lnTo>
                  <a:lnTo>
                    <a:pt x="1150850" y="300940"/>
                  </a:lnTo>
                  <a:lnTo>
                    <a:pt x="1182818" y="300940"/>
                  </a:lnTo>
                  <a:lnTo>
                    <a:pt x="1182818" y="329601"/>
                  </a:lnTo>
                  <a:lnTo>
                    <a:pt x="1246755" y="329601"/>
                  </a:lnTo>
                  <a:lnTo>
                    <a:pt x="1246755" y="343932"/>
                  </a:lnTo>
                  <a:lnTo>
                    <a:pt x="1310691" y="343932"/>
                  </a:lnTo>
                  <a:lnTo>
                    <a:pt x="1310691" y="372593"/>
                  </a:lnTo>
                  <a:lnTo>
                    <a:pt x="1406595" y="372593"/>
                  </a:lnTo>
                  <a:lnTo>
                    <a:pt x="1406595" y="386923"/>
                  </a:lnTo>
                  <a:lnTo>
                    <a:pt x="1726276" y="386923"/>
                  </a:lnTo>
                  <a:lnTo>
                    <a:pt x="1726276" y="386923"/>
                  </a:lnTo>
                </a:path>
              </a:pathLst>
            </a:custGeom>
            <a:ln w="27101" cap="flat">
              <a:solidFill>
                <a:srgbClr val="B7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743918" y="3140895"/>
              <a:ext cx="1726276" cy="429915"/>
            </a:xfrm>
            <a:custGeom>
              <a:avLst/>
              <a:pathLst>
                <a:path w="1726276" h="429915">
                  <a:moveTo>
                    <a:pt x="0" y="0"/>
                  </a:moveTo>
                  <a:lnTo>
                    <a:pt x="863138" y="0"/>
                  </a:lnTo>
                  <a:lnTo>
                    <a:pt x="863138" y="14330"/>
                  </a:lnTo>
                  <a:lnTo>
                    <a:pt x="895106" y="14330"/>
                  </a:lnTo>
                  <a:lnTo>
                    <a:pt x="895106" y="28661"/>
                  </a:lnTo>
                  <a:lnTo>
                    <a:pt x="927074" y="28661"/>
                  </a:lnTo>
                  <a:lnTo>
                    <a:pt x="927074" y="42991"/>
                  </a:lnTo>
                  <a:lnTo>
                    <a:pt x="959042" y="42991"/>
                  </a:lnTo>
                  <a:lnTo>
                    <a:pt x="959042" y="57322"/>
                  </a:lnTo>
                  <a:lnTo>
                    <a:pt x="991010" y="57322"/>
                  </a:lnTo>
                  <a:lnTo>
                    <a:pt x="991010" y="71652"/>
                  </a:lnTo>
                  <a:lnTo>
                    <a:pt x="1054946" y="71652"/>
                  </a:lnTo>
                  <a:lnTo>
                    <a:pt x="1054946" y="100313"/>
                  </a:lnTo>
                  <a:lnTo>
                    <a:pt x="1086914" y="100313"/>
                  </a:lnTo>
                  <a:lnTo>
                    <a:pt x="1086914" y="114644"/>
                  </a:lnTo>
                  <a:lnTo>
                    <a:pt x="1118882" y="114644"/>
                  </a:lnTo>
                  <a:lnTo>
                    <a:pt x="1118882" y="186296"/>
                  </a:lnTo>
                  <a:lnTo>
                    <a:pt x="1150850" y="186296"/>
                  </a:lnTo>
                  <a:lnTo>
                    <a:pt x="1150850" y="214957"/>
                  </a:lnTo>
                  <a:lnTo>
                    <a:pt x="1182818" y="214957"/>
                  </a:lnTo>
                  <a:lnTo>
                    <a:pt x="1182818" y="243618"/>
                  </a:lnTo>
                  <a:lnTo>
                    <a:pt x="1214787" y="243618"/>
                  </a:lnTo>
                  <a:lnTo>
                    <a:pt x="1214787" y="286610"/>
                  </a:lnTo>
                  <a:lnTo>
                    <a:pt x="1246755" y="286610"/>
                  </a:lnTo>
                  <a:lnTo>
                    <a:pt x="1246755" y="300940"/>
                  </a:lnTo>
                  <a:lnTo>
                    <a:pt x="1278723" y="300940"/>
                  </a:lnTo>
                  <a:lnTo>
                    <a:pt x="1278723" y="315271"/>
                  </a:lnTo>
                  <a:lnTo>
                    <a:pt x="1310691" y="315271"/>
                  </a:lnTo>
                  <a:lnTo>
                    <a:pt x="1310691" y="329601"/>
                  </a:lnTo>
                  <a:lnTo>
                    <a:pt x="1374627" y="329601"/>
                  </a:lnTo>
                  <a:lnTo>
                    <a:pt x="1374627" y="343932"/>
                  </a:lnTo>
                  <a:lnTo>
                    <a:pt x="1438563" y="343932"/>
                  </a:lnTo>
                  <a:lnTo>
                    <a:pt x="1438563" y="386923"/>
                  </a:lnTo>
                  <a:lnTo>
                    <a:pt x="1534467" y="386923"/>
                  </a:lnTo>
                  <a:lnTo>
                    <a:pt x="1534467" y="401254"/>
                  </a:lnTo>
                  <a:lnTo>
                    <a:pt x="1566435" y="401254"/>
                  </a:lnTo>
                  <a:lnTo>
                    <a:pt x="1566435" y="429915"/>
                  </a:lnTo>
                  <a:lnTo>
                    <a:pt x="1726276" y="429915"/>
                  </a:lnTo>
                  <a:lnTo>
                    <a:pt x="1726276" y="429915"/>
                  </a:lnTo>
                </a:path>
              </a:pathLst>
            </a:custGeom>
            <a:ln w="27101" cap="flat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743918" y="3140895"/>
              <a:ext cx="1726276" cy="444245"/>
            </a:xfrm>
            <a:custGeom>
              <a:avLst/>
              <a:pathLst>
                <a:path w="1726276" h="444245">
                  <a:moveTo>
                    <a:pt x="0" y="0"/>
                  </a:moveTo>
                  <a:lnTo>
                    <a:pt x="703297" y="0"/>
                  </a:lnTo>
                  <a:lnTo>
                    <a:pt x="703297" y="14330"/>
                  </a:lnTo>
                  <a:lnTo>
                    <a:pt x="767233" y="14330"/>
                  </a:lnTo>
                  <a:lnTo>
                    <a:pt x="767233" y="28661"/>
                  </a:lnTo>
                  <a:lnTo>
                    <a:pt x="831170" y="28661"/>
                  </a:lnTo>
                  <a:lnTo>
                    <a:pt x="831170" y="42991"/>
                  </a:lnTo>
                  <a:lnTo>
                    <a:pt x="863138" y="42991"/>
                  </a:lnTo>
                  <a:lnTo>
                    <a:pt x="863138" y="71652"/>
                  </a:lnTo>
                  <a:lnTo>
                    <a:pt x="895106" y="71652"/>
                  </a:lnTo>
                  <a:lnTo>
                    <a:pt x="895106" y="85983"/>
                  </a:lnTo>
                  <a:lnTo>
                    <a:pt x="959042" y="85983"/>
                  </a:lnTo>
                  <a:lnTo>
                    <a:pt x="959042" y="100313"/>
                  </a:lnTo>
                  <a:lnTo>
                    <a:pt x="991010" y="100313"/>
                  </a:lnTo>
                  <a:lnTo>
                    <a:pt x="991010" y="143305"/>
                  </a:lnTo>
                  <a:lnTo>
                    <a:pt x="1022978" y="143305"/>
                  </a:lnTo>
                  <a:lnTo>
                    <a:pt x="1022978" y="157635"/>
                  </a:lnTo>
                  <a:lnTo>
                    <a:pt x="1054946" y="157635"/>
                  </a:lnTo>
                  <a:lnTo>
                    <a:pt x="1054946" y="229288"/>
                  </a:lnTo>
                  <a:lnTo>
                    <a:pt x="1086914" y="229288"/>
                  </a:lnTo>
                  <a:lnTo>
                    <a:pt x="1086914" y="300940"/>
                  </a:lnTo>
                  <a:lnTo>
                    <a:pt x="1118882" y="300940"/>
                  </a:lnTo>
                  <a:lnTo>
                    <a:pt x="1118882" y="343932"/>
                  </a:lnTo>
                  <a:lnTo>
                    <a:pt x="1150850" y="343932"/>
                  </a:lnTo>
                  <a:lnTo>
                    <a:pt x="1150850" y="372593"/>
                  </a:lnTo>
                  <a:lnTo>
                    <a:pt x="1182818" y="372593"/>
                  </a:lnTo>
                  <a:lnTo>
                    <a:pt x="1182818" y="401254"/>
                  </a:lnTo>
                  <a:lnTo>
                    <a:pt x="1214787" y="401254"/>
                  </a:lnTo>
                  <a:lnTo>
                    <a:pt x="1214787" y="415584"/>
                  </a:lnTo>
                  <a:lnTo>
                    <a:pt x="1246755" y="415584"/>
                  </a:lnTo>
                  <a:lnTo>
                    <a:pt x="1246755" y="429915"/>
                  </a:lnTo>
                  <a:lnTo>
                    <a:pt x="1630372" y="429915"/>
                  </a:lnTo>
                  <a:lnTo>
                    <a:pt x="1630372" y="444245"/>
                  </a:lnTo>
                  <a:lnTo>
                    <a:pt x="1726276" y="444245"/>
                  </a:lnTo>
                  <a:lnTo>
                    <a:pt x="1726276" y="444245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tx17"/>
            <p:cNvSpPr/>
            <p:nvPr/>
          </p:nvSpPr>
          <p:spPr>
            <a:xfrm>
              <a:off x="3395717" y="3453980"/>
              <a:ext cx="148955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B79F00">
                      <a:alpha val="100000"/>
                    </a:srgbClr>
                  </a:solidFill>
                  <a:latin typeface="DejaVu Sans"/>
                  <a:cs typeface="DejaVu Sans"/>
                </a:rPr>
                <a:t>+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3395717" y="3496972"/>
              <a:ext cx="148955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BA38">
                      <a:alpha val="100000"/>
                    </a:srgbClr>
                  </a:solidFill>
                  <a:latin typeface="DejaVu Sans"/>
                  <a:cs typeface="DejaVu Sans"/>
                </a:rPr>
                <a:t>+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3395717" y="3511302"/>
              <a:ext cx="148955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BFC4">
                      <a:alpha val="100000"/>
                    </a:srgbClr>
                  </a:solidFill>
                  <a:latin typeface="DejaVu Sans"/>
                  <a:cs typeface="DejaVu Sans"/>
                </a:rPr>
                <a:t>+</a:t>
              </a:r>
            </a:p>
          </p:txBody>
        </p:sp>
        <p:sp>
          <p:nvSpPr>
            <p:cNvPr id="21" name="rc20"/>
            <p:cNvSpPr/>
            <p:nvPr/>
          </p:nvSpPr>
          <p:spPr>
            <a:xfrm>
              <a:off x="1743918" y="3126564"/>
              <a:ext cx="1758244" cy="144738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22" name="rc21"/>
            <p:cNvSpPr/>
            <p:nvPr/>
          </p:nvSpPr>
          <p:spPr>
            <a:xfrm>
              <a:off x="3590730" y="1315770"/>
              <a:ext cx="1758244" cy="144738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3590730" y="1330101"/>
              <a:ext cx="1726276" cy="530228"/>
            </a:xfrm>
            <a:custGeom>
              <a:avLst/>
              <a:pathLst>
                <a:path w="1726276" h="530228">
                  <a:moveTo>
                    <a:pt x="0" y="0"/>
                  </a:moveTo>
                  <a:lnTo>
                    <a:pt x="0" y="0"/>
                  </a:lnTo>
                  <a:lnTo>
                    <a:pt x="0" y="14330"/>
                  </a:lnTo>
                  <a:lnTo>
                    <a:pt x="607393" y="14330"/>
                  </a:lnTo>
                  <a:lnTo>
                    <a:pt x="607393" y="28661"/>
                  </a:lnTo>
                  <a:lnTo>
                    <a:pt x="671329" y="28661"/>
                  </a:lnTo>
                  <a:lnTo>
                    <a:pt x="671329" y="42991"/>
                  </a:lnTo>
                  <a:lnTo>
                    <a:pt x="703297" y="42991"/>
                  </a:lnTo>
                  <a:lnTo>
                    <a:pt x="703297" y="57322"/>
                  </a:lnTo>
                  <a:lnTo>
                    <a:pt x="767233" y="57322"/>
                  </a:lnTo>
                  <a:lnTo>
                    <a:pt x="767233" y="71652"/>
                  </a:lnTo>
                  <a:lnTo>
                    <a:pt x="863138" y="71652"/>
                  </a:lnTo>
                  <a:lnTo>
                    <a:pt x="863138" y="100313"/>
                  </a:lnTo>
                  <a:lnTo>
                    <a:pt x="927074" y="100313"/>
                  </a:lnTo>
                  <a:lnTo>
                    <a:pt x="927074" y="114644"/>
                  </a:lnTo>
                  <a:lnTo>
                    <a:pt x="959042" y="114644"/>
                  </a:lnTo>
                  <a:lnTo>
                    <a:pt x="959042" y="186296"/>
                  </a:lnTo>
                  <a:lnTo>
                    <a:pt x="991010" y="186296"/>
                  </a:lnTo>
                  <a:lnTo>
                    <a:pt x="991010" y="200627"/>
                  </a:lnTo>
                  <a:lnTo>
                    <a:pt x="1054946" y="200627"/>
                  </a:lnTo>
                  <a:lnTo>
                    <a:pt x="1054946" y="257949"/>
                  </a:lnTo>
                  <a:lnTo>
                    <a:pt x="1086914" y="257949"/>
                  </a:lnTo>
                  <a:lnTo>
                    <a:pt x="1086914" y="300940"/>
                  </a:lnTo>
                  <a:lnTo>
                    <a:pt x="1118882" y="300940"/>
                  </a:lnTo>
                  <a:lnTo>
                    <a:pt x="1118882" y="343932"/>
                  </a:lnTo>
                  <a:lnTo>
                    <a:pt x="1150850" y="343932"/>
                  </a:lnTo>
                  <a:lnTo>
                    <a:pt x="1150850" y="372593"/>
                  </a:lnTo>
                  <a:lnTo>
                    <a:pt x="1182818" y="372593"/>
                  </a:lnTo>
                  <a:lnTo>
                    <a:pt x="1182818" y="401254"/>
                  </a:lnTo>
                  <a:lnTo>
                    <a:pt x="1214787" y="401254"/>
                  </a:lnTo>
                  <a:lnTo>
                    <a:pt x="1214787" y="415584"/>
                  </a:lnTo>
                  <a:lnTo>
                    <a:pt x="1278723" y="415584"/>
                  </a:lnTo>
                  <a:lnTo>
                    <a:pt x="1278723" y="444245"/>
                  </a:lnTo>
                  <a:lnTo>
                    <a:pt x="1310691" y="444245"/>
                  </a:lnTo>
                  <a:lnTo>
                    <a:pt x="1310691" y="472906"/>
                  </a:lnTo>
                  <a:lnTo>
                    <a:pt x="1342659" y="472906"/>
                  </a:lnTo>
                  <a:lnTo>
                    <a:pt x="1342659" y="487237"/>
                  </a:lnTo>
                  <a:lnTo>
                    <a:pt x="1374627" y="487237"/>
                  </a:lnTo>
                  <a:lnTo>
                    <a:pt x="1374627" y="515898"/>
                  </a:lnTo>
                  <a:lnTo>
                    <a:pt x="1566435" y="515898"/>
                  </a:lnTo>
                  <a:lnTo>
                    <a:pt x="1566435" y="530228"/>
                  </a:lnTo>
                  <a:lnTo>
                    <a:pt x="1726276" y="530228"/>
                  </a:lnTo>
                  <a:lnTo>
                    <a:pt x="1726276" y="530228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3590730" y="1330101"/>
              <a:ext cx="1726276" cy="515898"/>
            </a:xfrm>
            <a:custGeom>
              <a:avLst/>
              <a:pathLst>
                <a:path w="1726276" h="515898">
                  <a:moveTo>
                    <a:pt x="0" y="0"/>
                  </a:moveTo>
                  <a:lnTo>
                    <a:pt x="639361" y="0"/>
                  </a:lnTo>
                  <a:lnTo>
                    <a:pt x="639361" y="28661"/>
                  </a:lnTo>
                  <a:lnTo>
                    <a:pt x="767233" y="28661"/>
                  </a:lnTo>
                  <a:lnTo>
                    <a:pt x="767233" y="42991"/>
                  </a:lnTo>
                  <a:lnTo>
                    <a:pt x="799201" y="42991"/>
                  </a:lnTo>
                  <a:lnTo>
                    <a:pt x="799201" y="57322"/>
                  </a:lnTo>
                  <a:lnTo>
                    <a:pt x="831170" y="57322"/>
                  </a:lnTo>
                  <a:lnTo>
                    <a:pt x="831170" y="114644"/>
                  </a:lnTo>
                  <a:lnTo>
                    <a:pt x="863138" y="114644"/>
                  </a:lnTo>
                  <a:lnTo>
                    <a:pt x="863138" y="171966"/>
                  </a:lnTo>
                  <a:lnTo>
                    <a:pt x="895106" y="171966"/>
                  </a:lnTo>
                  <a:lnTo>
                    <a:pt x="895106" y="200627"/>
                  </a:lnTo>
                  <a:lnTo>
                    <a:pt x="927074" y="200627"/>
                  </a:lnTo>
                  <a:lnTo>
                    <a:pt x="927074" y="257949"/>
                  </a:lnTo>
                  <a:lnTo>
                    <a:pt x="959042" y="257949"/>
                  </a:lnTo>
                  <a:lnTo>
                    <a:pt x="959042" y="315271"/>
                  </a:lnTo>
                  <a:lnTo>
                    <a:pt x="991010" y="315271"/>
                  </a:lnTo>
                  <a:lnTo>
                    <a:pt x="991010" y="358262"/>
                  </a:lnTo>
                  <a:lnTo>
                    <a:pt x="1022978" y="358262"/>
                  </a:lnTo>
                  <a:lnTo>
                    <a:pt x="1022978" y="372593"/>
                  </a:lnTo>
                  <a:lnTo>
                    <a:pt x="1054946" y="372593"/>
                  </a:lnTo>
                  <a:lnTo>
                    <a:pt x="1054946" y="401254"/>
                  </a:lnTo>
                  <a:lnTo>
                    <a:pt x="1086914" y="401254"/>
                  </a:lnTo>
                  <a:lnTo>
                    <a:pt x="1086914" y="415584"/>
                  </a:lnTo>
                  <a:lnTo>
                    <a:pt x="1118882" y="415584"/>
                  </a:lnTo>
                  <a:lnTo>
                    <a:pt x="1118882" y="444245"/>
                  </a:lnTo>
                  <a:lnTo>
                    <a:pt x="1150850" y="444245"/>
                  </a:lnTo>
                  <a:lnTo>
                    <a:pt x="1150850" y="458576"/>
                  </a:lnTo>
                  <a:lnTo>
                    <a:pt x="1182818" y="458576"/>
                  </a:lnTo>
                  <a:lnTo>
                    <a:pt x="1182818" y="472906"/>
                  </a:lnTo>
                  <a:lnTo>
                    <a:pt x="1214787" y="472906"/>
                  </a:lnTo>
                  <a:lnTo>
                    <a:pt x="1214787" y="487237"/>
                  </a:lnTo>
                  <a:lnTo>
                    <a:pt x="1278723" y="487237"/>
                  </a:lnTo>
                  <a:lnTo>
                    <a:pt x="1278723" y="501567"/>
                  </a:lnTo>
                  <a:lnTo>
                    <a:pt x="1374627" y="501567"/>
                  </a:lnTo>
                  <a:lnTo>
                    <a:pt x="1374627" y="515898"/>
                  </a:lnTo>
                  <a:lnTo>
                    <a:pt x="1726276" y="515898"/>
                  </a:lnTo>
                  <a:lnTo>
                    <a:pt x="1726276" y="515898"/>
                  </a:lnTo>
                </a:path>
              </a:pathLst>
            </a:custGeom>
            <a:ln w="27101" cap="flat">
              <a:solidFill>
                <a:srgbClr val="DE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3590730" y="1330101"/>
              <a:ext cx="1726276" cy="501567"/>
            </a:xfrm>
            <a:custGeom>
              <a:avLst/>
              <a:pathLst>
                <a:path w="1726276" h="501567">
                  <a:moveTo>
                    <a:pt x="0" y="0"/>
                  </a:moveTo>
                  <a:lnTo>
                    <a:pt x="127872" y="0"/>
                  </a:lnTo>
                  <a:lnTo>
                    <a:pt x="127872" y="14330"/>
                  </a:lnTo>
                  <a:lnTo>
                    <a:pt x="223776" y="14330"/>
                  </a:lnTo>
                  <a:lnTo>
                    <a:pt x="223776" y="28661"/>
                  </a:lnTo>
                  <a:lnTo>
                    <a:pt x="703297" y="28661"/>
                  </a:lnTo>
                  <a:lnTo>
                    <a:pt x="703297" y="42991"/>
                  </a:lnTo>
                  <a:lnTo>
                    <a:pt x="799201" y="42991"/>
                  </a:lnTo>
                  <a:lnTo>
                    <a:pt x="799201" y="57322"/>
                  </a:lnTo>
                  <a:lnTo>
                    <a:pt x="863138" y="57322"/>
                  </a:lnTo>
                  <a:lnTo>
                    <a:pt x="863138" y="85983"/>
                  </a:lnTo>
                  <a:lnTo>
                    <a:pt x="895106" y="85983"/>
                  </a:lnTo>
                  <a:lnTo>
                    <a:pt x="895106" y="114644"/>
                  </a:lnTo>
                  <a:lnTo>
                    <a:pt x="927074" y="114644"/>
                  </a:lnTo>
                  <a:lnTo>
                    <a:pt x="927074" y="157635"/>
                  </a:lnTo>
                  <a:lnTo>
                    <a:pt x="959042" y="157635"/>
                  </a:lnTo>
                  <a:lnTo>
                    <a:pt x="959042" y="243618"/>
                  </a:lnTo>
                  <a:lnTo>
                    <a:pt x="991010" y="243618"/>
                  </a:lnTo>
                  <a:lnTo>
                    <a:pt x="991010" y="272279"/>
                  </a:lnTo>
                  <a:lnTo>
                    <a:pt x="1022978" y="272279"/>
                  </a:lnTo>
                  <a:lnTo>
                    <a:pt x="1022978" y="300940"/>
                  </a:lnTo>
                  <a:lnTo>
                    <a:pt x="1054946" y="300940"/>
                  </a:lnTo>
                  <a:lnTo>
                    <a:pt x="1054946" y="343932"/>
                  </a:lnTo>
                  <a:lnTo>
                    <a:pt x="1086914" y="343932"/>
                  </a:lnTo>
                  <a:lnTo>
                    <a:pt x="1086914" y="372593"/>
                  </a:lnTo>
                  <a:lnTo>
                    <a:pt x="1118882" y="372593"/>
                  </a:lnTo>
                  <a:lnTo>
                    <a:pt x="1118882" y="415584"/>
                  </a:lnTo>
                  <a:lnTo>
                    <a:pt x="1150850" y="415584"/>
                  </a:lnTo>
                  <a:lnTo>
                    <a:pt x="1150850" y="429915"/>
                  </a:lnTo>
                  <a:lnTo>
                    <a:pt x="1182818" y="429915"/>
                  </a:lnTo>
                  <a:lnTo>
                    <a:pt x="1182818" y="472906"/>
                  </a:lnTo>
                  <a:lnTo>
                    <a:pt x="1214787" y="472906"/>
                  </a:lnTo>
                  <a:lnTo>
                    <a:pt x="1214787" y="487237"/>
                  </a:lnTo>
                  <a:lnTo>
                    <a:pt x="1534467" y="487237"/>
                  </a:lnTo>
                  <a:lnTo>
                    <a:pt x="1534467" y="501567"/>
                  </a:lnTo>
                  <a:lnTo>
                    <a:pt x="1726276" y="501567"/>
                  </a:lnTo>
                  <a:lnTo>
                    <a:pt x="1726276" y="501567"/>
                  </a:lnTo>
                </a:path>
              </a:pathLst>
            </a:custGeom>
            <a:ln w="27101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tx25"/>
            <p:cNvSpPr/>
            <p:nvPr/>
          </p:nvSpPr>
          <p:spPr>
            <a:xfrm>
              <a:off x="5242529" y="1786492"/>
              <a:ext cx="148955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F8766D">
                      <a:alpha val="100000"/>
                    </a:srgbClr>
                  </a:solidFill>
                  <a:latin typeface="DejaVu Sans"/>
                  <a:cs typeface="DejaVu Sans"/>
                </a:rPr>
                <a:t>+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5242529" y="1772161"/>
              <a:ext cx="148955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DE8C00">
                      <a:alpha val="100000"/>
                    </a:srgbClr>
                  </a:solidFill>
                  <a:latin typeface="DejaVu Sans"/>
                  <a:cs typeface="DejaVu Sans"/>
                </a:rPr>
                <a:t>+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5242529" y="1757831"/>
              <a:ext cx="148955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C77CFF">
                      <a:alpha val="100000"/>
                    </a:srgbClr>
                  </a:solidFill>
                  <a:latin typeface="DejaVu Sans"/>
                  <a:cs typeface="DejaVu Sans"/>
                </a:rPr>
                <a:t>+</a:t>
              </a:r>
            </a:p>
          </p:txBody>
        </p:sp>
        <p:sp>
          <p:nvSpPr>
            <p:cNvPr id="29" name="rc28"/>
            <p:cNvSpPr/>
            <p:nvPr/>
          </p:nvSpPr>
          <p:spPr>
            <a:xfrm>
              <a:off x="3590730" y="1315770"/>
              <a:ext cx="1758244" cy="144738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30" name="rc29"/>
            <p:cNvSpPr/>
            <p:nvPr/>
          </p:nvSpPr>
          <p:spPr>
            <a:xfrm>
              <a:off x="3590730" y="3126564"/>
              <a:ext cx="1758244" cy="144738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3590730" y="3140895"/>
              <a:ext cx="1726276" cy="501567"/>
            </a:xfrm>
            <a:custGeom>
              <a:avLst/>
              <a:pathLst>
                <a:path w="1726276" h="501567">
                  <a:moveTo>
                    <a:pt x="0" y="0"/>
                  </a:moveTo>
                  <a:lnTo>
                    <a:pt x="863138" y="0"/>
                  </a:lnTo>
                  <a:lnTo>
                    <a:pt x="863138" y="14330"/>
                  </a:lnTo>
                  <a:lnTo>
                    <a:pt x="927074" y="14330"/>
                  </a:lnTo>
                  <a:lnTo>
                    <a:pt x="927074" y="42991"/>
                  </a:lnTo>
                  <a:lnTo>
                    <a:pt x="959042" y="42991"/>
                  </a:lnTo>
                  <a:lnTo>
                    <a:pt x="959042" y="114644"/>
                  </a:lnTo>
                  <a:lnTo>
                    <a:pt x="991010" y="114644"/>
                  </a:lnTo>
                  <a:lnTo>
                    <a:pt x="991010" y="186296"/>
                  </a:lnTo>
                  <a:lnTo>
                    <a:pt x="1022978" y="186296"/>
                  </a:lnTo>
                  <a:lnTo>
                    <a:pt x="1022978" y="243618"/>
                  </a:lnTo>
                  <a:lnTo>
                    <a:pt x="1054946" y="243618"/>
                  </a:lnTo>
                  <a:lnTo>
                    <a:pt x="1054946" y="257949"/>
                  </a:lnTo>
                  <a:lnTo>
                    <a:pt x="1118882" y="257949"/>
                  </a:lnTo>
                  <a:lnTo>
                    <a:pt x="1118882" y="300940"/>
                  </a:lnTo>
                  <a:lnTo>
                    <a:pt x="1150850" y="300940"/>
                  </a:lnTo>
                  <a:lnTo>
                    <a:pt x="1150850" y="358262"/>
                  </a:lnTo>
                  <a:lnTo>
                    <a:pt x="1182818" y="358262"/>
                  </a:lnTo>
                  <a:lnTo>
                    <a:pt x="1182818" y="372593"/>
                  </a:lnTo>
                  <a:lnTo>
                    <a:pt x="1214787" y="372593"/>
                  </a:lnTo>
                  <a:lnTo>
                    <a:pt x="1214787" y="415584"/>
                  </a:lnTo>
                  <a:lnTo>
                    <a:pt x="1278723" y="415584"/>
                  </a:lnTo>
                  <a:lnTo>
                    <a:pt x="1278723" y="429915"/>
                  </a:lnTo>
                  <a:lnTo>
                    <a:pt x="1438563" y="429915"/>
                  </a:lnTo>
                  <a:lnTo>
                    <a:pt x="1438563" y="458576"/>
                  </a:lnTo>
                  <a:lnTo>
                    <a:pt x="1470531" y="458576"/>
                  </a:lnTo>
                  <a:lnTo>
                    <a:pt x="1470531" y="472906"/>
                  </a:lnTo>
                  <a:lnTo>
                    <a:pt x="1502499" y="472906"/>
                  </a:lnTo>
                  <a:lnTo>
                    <a:pt x="1502499" y="487237"/>
                  </a:lnTo>
                  <a:lnTo>
                    <a:pt x="1534467" y="487237"/>
                  </a:lnTo>
                  <a:lnTo>
                    <a:pt x="1534467" y="501567"/>
                  </a:lnTo>
                  <a:lnTo>
                    <a:pt x="1726276" y="501567"/>
                  </a:lnTo>
                  <a:lnTo>
                    <a:pt x="1726276" y="501567"/>
                  </a:lnTo>
                </a:path>
              </a:pathLst>
            </a:custGeom>
            <a:ln w="27101" cap="flat">
              <a:solidFill>
                <a:srgbClr val="00B4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3590730" y="3140895"/>
              <a:ext cx="1726276" cy="386923"/>
            </a:xfrm>
            <a:custGeom>
              <a:avLst/>
              <a:pathLst>
                <a:path w="1726276" h="386923">
                  <a:moveTo>
                    <a:pt x="0" y="0"/>
                  </a:moveTo>
                  <a:lnTo>
                    <a:pt x="831170" y="0"/>
                  </a:lnTo>
                  <a:lnTo>
                    <a:pt x="831170" y="28661"/>
                  </a:lnTo>
                  <a:lnTo>
                    <a:pt x="863138" y="28661"/>
                  </a:lnTo>
                  <a:lnTo>
                    <a:pt x="863138" y="42991"/>
                  </a:lnTo>
                  <a:lnTo>
                    <a:pt x="927074" y="42991"/>
                  </a:lnTo>
                  <a:lnTo>
                    <a:pt x="927074" y="114644"/>
                  </a:lnTo>
                  <a:lnTo>
                    <a:pt x="959042" y="114644"/>
                  </a:lnTo>
                  <a:lnTo>
                    <a:pt x="959042" y="128974"/>
                  </a:lnTo>
                  <a:lnTo>
                    <a:pt x="1054946" y="128974"/>
                  </a:lnTo>
                  <a:lnTo>
                    <a:pt x="1054946" y="143305"/>
                  </a:lnTo>
                  <a:lnTo>
                    <a:pt x="1086914" y="143305"/>
                  </a:lnTo>
                  <a:lnTo>
                    <a:pt x="1086914" y="200627"/>
                  </a:lnTo>
                  <a:lnTo>
                    <a:pt x="1118882" y="200627"/>
                  </a:lnTo>
                  <a:lnTo>
                    <a:pt x="1118882" y="272279"/>
                  </a:lnTo>
                  <a:lnTo>
                    <a:pt x="1150850" y="272279"/>
                  </a:lnTo>
                  <a:lnTo>
                    <a:pt x="1150850" y="300940"/>
                  </a:lnTo>
                  <a:lnTo>
                    <a:pt x="1182818" y="300940"/>
                  </a:lnTo>
                  <a:lnTo>
                    <a:pt x="1182818" y="329601"/>
                  </a:lnTo>
                  <a:lnTo>
                    <a:pt x="1214787" y="329601"/>
                  </a:lnTo>
                  <a:lnTo>
                    <a:pt x="1214787" y="343932"/>
                  </a:lnTo>
                  <a:lnTo>
                    <a:pt x="1246755" y="343932"/>
                  </a:lnTo>
                  <a:lnTo>
                    <a:pt x="1246755" y="358262"/>
                  </a:lnTo>
                  <a:lnTo>
                    <a:pt x="1502499" y="358262"/>
                  </a:lnTo>
                  <a:lnTo>
                    <a:pt x="1502499" y="372593"/>
                  </a:lnTo>
                  <a:lnTo>
                    <a:pt x="1630372" y="372593"/>
                  </a:lnTo>
                  <a:lnTo>
                    <a:pt x="1630372" y="386923"/>
                  </a:lnTo>
                  <a:lnTo>
                    <a:pt x="1726276" y="386923"/>
                  </a:lnTo>
                  <a:lnTo>
                    <a:pt x="1726276" y="386923"/>
                  </a:lnTo>
                </a:path>
              </a:pathLst>
            </a:custGeom>
            <a:ln w="27101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3590730" y="3140895"/>
              <a:ext cx="1726276" cy="487237"/>
            </a:xfrm>
            <a:custGeom>
              <a:avLst/>
              <a:pathLst>
                <a:path w="1726276" h="487237">
                  <a:moveTo>
                    <a:pt x="0" y="0"/>
                  </a:moveTo>
                  <a:lnTo>
                    <a:pt x="607393" y="0"/>
                  </a:lnTo>
                  <a:lnTo>
                    <a:pt x="607393" y="14330"/>
                  </a:lnTo>
                  <a:lnTo>
                    <a:pt x="671329" y="14330"/>
                  </a:lnTo>
                  <a:lnTo>
                    <a:pt x="671329" y="28661"/>
                  </a:lnTo>
                  <a:lnTo>
                    <a:pt x="703297" y="28661"/>
                  </a:lnTo>
                  <a:lnTo>
                    <a:pt x="703297" y="42991"/>
                  </a:lnTo>
                  <a:lnTo>
                    <a:pt x="799201" y="42991"/>
                  </a:lnTo>
                  <a:lnTo>
                    <a:pt x="799201" y="57322"/>
                  </a:lnTo>
                  <a:lnTo>
                    <a:pt x="895106" y="57322"/>
                  </a:lnTo>
                  <a:lnTo>
                    <a:pt x="895106" y="71652"/>
                  </a:lnTo>
                  <a:lnTo>
                    <a:pt x="959042" y="71652"/>
                  </a:lnTo>
                  <a:lnTo>
                    <a:pt x="959042" y="85983"/>
                  </a:lnTo>
                  <a:lnTo>
                    <a:pt x="991010" y="85983"/>
                  </a:lnTo>
                  <a:lnTo>
                    <a:pt x="991010" y="157635"/>
                  </a:lnTo>
                  <a:lnTo>
                    <a:pt x="1054946" y="157635"/>
                  </a:lnTo>
                  <a:lnTo>
                    <a:pt x="1054946" y="171966"/>
                  </a:lnTo>
                  <a:lnTo>
                    <a:pt x="1086914" y="171966"/>
                  </a:lnTo>
                  <a:lnTo>
                    <a:pt x="1086914" y="214957"/>
                  </a:lnTo>
                  <a:lnTo>
                    <a:pt x="1118882" y="214957"/>
                  </a:lnTo>
                  <a:lnTo>
                    <a:pt x="1118882" y="286610"/>
                  </a:lnTo>
                  <a:lnTo>
                    <a:pt x="1150850" y="286610"/>
                  </a:lnTo>
                  <a:lnTo>
                    <a:pt x="1150850" y="315271"/>
                  </a:lnTo>
                  <a:lnTo>
                    <a:pt x="1182818" y="315271"/>
                  </a:lnTo>
                  <a:lnTo>
                    <a:pt x="1182818" y="329601"/>
                  </a:lnTo>
                  <a:lnTo>
                    <a:pt x="1214787" y="329601"/>
                  </a:lnTo>
                  <a:lnTo>
                    <a:pt x="1214787" y="372593"/>
                  </a:lnTo>
                  <a:lnTo>
                    <a:pt x="1246755" y="372593"/>
                  </a:lnTo>
                  <a:lnTo>
                    <a:pt x="1246755" y="429915"/>
                  </a:lnTo>
                  <a:lnTo>
                    <a:pt x="1278723" y="429915"/>
                  </a:lnTo>
                  <a:lnTo>
                    <a:pt x="1278723" y="444245"/>
                  </a:lnTo>
                  <a:lnTo>
                    <a:pt x="1342659" y="444245"/>
                  </a:lnTo>
                  <a:lnTo>
                    <a:pt x="1342659" y="458576"/>
                  </a:lnTo>
                  <a:lnTo>
                    <a:pt x="1534467" y="458576"/>
                  </a:lnTo>
                  <a:lnTo>
                    <a:pt x="1534467" y="472906"/>
                  </a:lnTo>
                  <a:lnTo>
                    <a:pt x="1726276" y="472906"/>
                  </a:lnTo>
                  <a:lnTo>
                    <a:pt x="1726276" y="487237"/>
                  </a:lnTo>
                </a:path>
              </a:pathLst>
            </a:custGeom>
            <a:ln w="27101" cap="flat">
              <a:solidFill>
                <a:srgbClr val="F56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tx33"/>
            <p:cNvSpPr/>
            <p:nvPr/>
          </p:nvSpPr>
          <p:spPr>
            <a:xfrm>
              <a:off x="5242529" y="3568624"/>
              <a:ext cx="148955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B4F0">
                      <a:alpha val="100000"/>
                    </a:srgbClr>
                  </a:solidFill>
                  <a:latin typeface="DejaVu Sans"/>
                  <a:cs typeface="DejaVu Sans"/>
                </a:rPr>
                <a:t>+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242529" y="3453980"/>
              <a:ext cx="148955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619CFF">
                      <a:alpha val="100000"/>
                    </a:srgbClr>
                  </a:solidFill>
                  <a:latin typeface="DejaVu Sans"/>
                  <a:cs typeface="DejaVu Sans"/>
                </a:rPr>
                <a:t>+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5242529" y="3554294"/>
              <a:ext cx="148955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F564E3">
                      <a:alpha val="100000"/>
                    </a:srgbClr>
                  </a:solidFill>
                  <a:latin typeface="DejaVu Sans"/>
                  <a:cs typeface="DejaVu Sans"/>
                </a:rPr>
                <a:t>+</a:t>
              </a:r>
            </a:p>
          </p:txBody>
        </p:sp>
        <p:sp>
          <p:nvSpPr>
            <p:cNvPr id="37" name="rc36"/>
            <p:cNvSpPr/>
            <p:nvPr/>
          </p:nvSpPr>
          <p:spPr>
            <a:xfrm>
              <a:off x="3590730" y="3126564"/>
              <a:ext cx="1758244" cy="144738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38" name="rc37"/>
            <p:cNvSpPr/>
            <p:nvPr/>
          </p:nvSpPr>
          <p:spPr>
            <a:xfrm>
              <a:off x="1743918" y="2851719"/>
              <a:ext cx="1758244" cy="27484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  <a:ln w="17246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8"/>
            <p:cNvSpPr/>
            <p:nvPr/>
          </p:nvSpPr>
          <p:spPr>
            <a:xfrm>
              <a:off x="2570920" y="2937341"/>
              <a:ext cx="104241" cy="1036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1">
                  <a:solidFill>
                    <a:srgbClr val="1A1A1A">
                      <a:alpha val="100000"/>
                    </a:srgbClr>
                  </a:solidFill>
                  <a:latin typeface="DejaVu Sans"/>
                  <a:cs typeface="DejaVu Sans"/>
                </a:rPr>
                <a:t>C</a:t>
              </a:r>
            </a:p>
          </p:txBody>
        </p:sp>
        <p:sp>
          <p:nvSpPr>
            <p:cNvPr id="40" name="rc39"/>
            <p:cNvSpPr/>
            <p:nvPr/>
          </p:nvSpPr>
          <p:spPr>
            <a:xfrm>
              <a:off x="3590730" y="2851719"/>
              <a:ext cx="1758244" cy="27484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  <a:ln w="17246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0"/>
            <p:cNvSpPr/>
            <p:nvPr/>
          </p:nvSpPr>
          <p:spPr>
            <a:xfrm>
              <a:off x="4410874" y="2937341"/>
              <a:ext cx="117957" cy="1036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1">
                  <a:solidFill>
                    <a:srgbClr val="1A1A1A">
                      <a:alpha val="100000"/>
                    </a:srgbClr>
                  </a:solidFill>
                  <a:latin typeface="DejaVu Sans"/>
                  <a:cs typeface="DejaVu Sans"/>
                </a:rPr>
                <a:t>D</a:t>
              </a:r>
            </a:p>
          </p:txBody>
        </p:sp>
        <p:sp>
          <p:nvSpPr>
            <p:cNvPr id="42" name="rc41"/>
            <p:cNvSpPr/>
            <p:nvPr/>
          </p:nvSpPr>
          <p:spPr>
            <a:xfrm>
              <a:off x="1743918" y="1040925"/>
              <a:ext cx="1758244" cy="27484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  <a:ln w="17246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tx42"/>
            <p:cNvSpPr/>
            <p:nvPr/>
          </p:nvSpPr>
          <p:spPr>
            <a:xfrm>
              <a:off x="2568039" y="1126547"/>
              <a:ext cx="110002" cy="1036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1">
                  <a:solidFill>
                    <a:srgbClr val="1A1A1A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44" name="rc43"/>
            <p:cNvSpPr/>
            <p:nvPr/>
          </p:nvSpPr>
          <p:spPr>
            <a:xfrm>
              <a:off x="3590730" y="1040925"/>
              <a:ext cx="1758244" cy="27484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  <a:ln w="17246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tx44"/>
            <p:cNvSpPr/>
            <p:nvPr/>
          </p:nvSpPr>
          <p:spPr>
            <a:xfrm>
              <a:off x="4415720" y="1126547"/>
              <a:ext cx="108264" cy="1036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1">
                  <a:solidFill>
                    <a:srgbClr val="1A1A1A">
                      <a:alpha val="100000"/>
                    </a:srgbClr>
                  </a:solidFill>
                  <a:latin typeface="DejaVu Sans"/>
                  <a:cs typeface="DejaVu Sans"/>
                </a:rPr>
                <a:t>B</a:t>
              </a:r>
            </a:p>
          </p:txBody>
        </p:sp>
        <p:sp>
          <p:nvSpPr>
            <p:cNvPr id="46" name="pl45"/>
            <p:cNvSpPr/>
            <p:nvPr/>
          </p:nvSpPr>
          <p:spPr>
            <a:xfrm>
              <a:off x="1743918" y="4573945"/>
              <a:ext cx="1758244" cy="0"/>
            </a:xfrm>
            <a:custGeom>
              <a:avLst/>
              <a:pathLst>
                <a:path w="1758244" h="0">
                  <a:moveTo>
                    <a:pt x="0" y="0"/>
                  </a:moveTo>
                  <a:lnTo>
                    <a:pt x="1758244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1743918" y="457394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1935727" y="457394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2127535" y="457394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2319344" y="457394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2511152" y="457394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2702961" y="457394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2894769" y="457394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3086577" y="457394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3278386" y="457394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3470194" y="457394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tx56"/>
            <p:cNvSpPr/>
            <p:nvPr/>
          </p:nvSpPr>
          <p:spPr>
            <a:xfrm>
              <a:off x="1697101" y="4653656"/>
              <a:ext cx="93634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1888909" y="4653656"/>
              <a:ext cx="93634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2033901" y="4653656"/>
              <a:ext cx="187269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12</a:t>
              </a:r>
            </a:p>
          </p:txBody>
        </p:sp>
        <p:sp>
          <p:nvSpPr>
            <p:cNvPr id="60" name="tx59"/>
            <p:cNvSpPr/>
            <p:nvPr/>
          </p:nvSpPr>
          <p:spPr>
            <a:xfrm>
              <a:off x="2225709" y="4653656"/>
              <a:ext cx="187269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18</a:t>
              </a:r>
            </a:p>
          </p:txBody>
        </p:sp>
        <p:sp>
          <p:nvSpPr>
            <p:cNvPr id="61" name="tx60"/>
            <p:cNvSpPr/>
            <p:nvPr/>
          </p:nvSpPr>
          <p:spPr>
            <a:xfrm>
              <a:off x="2417517" y="4653656"/>
              <a:ext cx="187269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24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2609326" y="4653656"/>
              <a:ext cx="187269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2801134" y="4653656"/>
              <a:ext cx="187269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36</a:t>
              </a:r>
            </a:p>
          </p:txBody>
        </p:sp>
        <p:sp>
          <p:nvSpPr>
            <p:cNvPr id="64" name="tx63"/>
            <p:cNvSpPr/>
            <p:nvPr/>
          </p:nvSpPr>
          <p:spPr>
            <a:xfrm>
              <a:off x="2992943" y="4653656"/>
              <a:ext cx="187269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42</a:t>
              </a:r>
            </a:p>
          </p:txBody>
        </p:sp>
        <p:sp>
          <p:nvSpPr>
            <p:cNvPr id="65" name="tx64"/>
            <p:cNvSpPr/>
            <p:nvPr/>
          </p:nvSpPr>
          <p:spPr>
            <a:xfrm>
              <a:off x="3184751" y="4653656"/>
              <a:ext cx="187269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48</a:t>
              </a:r>
            </a:p>
          </p:txBody>
        </p:sp>
        <p:sp>
          <p:nvSpPr>
            <p:cNvPr id="66" name="tx65"/>
            <p:cNvSpPr/>
            <p:nvPr/>
          </p:nvSpPr>
          <p:spPr>
            <a:xfrm>
              <a:off x="3376560" y="4653656"/>
              <a:ext cx="187269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54</a:t>
              </a:r>
            </a:p>
          </p:txBody>
        </p:sp>
        <p:sp>
          <p:nvSpPr>
            <p:cNvPr id="67" name="pl66"/>
            <p:cNvSpPr/>
            <p:nvPr/>
          </p:nvSpPr>
          <p:spPr>
            <a:xfrm>
              <a:off x="3590730" y="4573945"/>
              <a:ext cx="1758244" cy="0"/>
            </a:xfrm>
            <a:custGeom>
              <a:avLst/>
              <a:pathLst>
                <a:path w="1758244" h="0">
                  <a:moveTo>
                    <a:pt x="0" y="0"/>
                  </a:moveTo>
                  <a:lnTo>
                    <a:pt x="1758244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7"/>
            <p:cNvSpPr/>
            <p:nvPr/>
          </p:nvSpPr>
          <p:spPr>
            <a:xfrm>
              <a:off x="3590730" y="457394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3782539" y="457394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3974347" y="457394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4166156" y="457394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4357964" y="457394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4549773" y="457394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4741581" y="457394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4"/>
            <p:cNvSpPr/>
            <p:nvPr/>
          </p:nvSpPr>
          <p:spPr>
            <a:xfrm>
              <a:off x="4933390" y="457394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5"/>
            <p:cNvSpPr/>
            <p:nvPr/>
          </p:nvSpPr>
          <p:spPr>
            <a:xfrm>
              <a:off x="5125198" y="457394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6"/>
            <p:cNvSpPr/>
            <p:nvPr/>
          </p:nvSpPr>
          <p:spPr>
            <a:xfrm>
              <a:off x="5317007" y="457394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tx77"/>
            <p:cNvSpPr/>
            <p:nvPr/>
          </p:nvSpPr>
          <p:spPr>
            <a:xfrm>
              <a:off x="3543913" y="4653656"/>
              <a:ext cx="93634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79" name="tx78"/>
            <p:cNvSpPr/>
            <p:nvPr/>
          </p:nvSpPr>
          <p:spPr>
            <a:xfrm>
              <a:off x="3735722" y="4653656"/>
              <a:ext cx="93634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80" name="tx79"/>
            <p:cNvSpPr/>
            <p:nvPr/>
          </p:nvSpPr>
          <p:spPr>
            <a:xfrm>
              <a:off x="3880713" y="4653656"/>
              <a:ext cx="187269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12</a:t>
              </a:r>
            </a:p>
          </p:txBody>
        </p:sp>
        <p:sp>
          <p:nvSpPr>
            <p:cNvPr id="81" name="tx80"/>
            <p:cNvSpPr/>
            <p:nvPr/>
          </p:nvSpPr>
          <p:spPr>
            <a:xfrm>
              <a:off x="4072521" y="4653656"/>
              <a:ext cx="187269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18</a:t>
              </a:r>
            </a:p>
          </p:txBody>
        </p:sp>
        <p:sp>
          <p:nvSpPr>
            <p:cNvPr id="82" name="tx81"/>
            <p:cNvSpPr/>
            <p:nvPr/>
          </p:nvSpPr>
          <p:spPr>
            <a:xfrm>
              <a:off x="4264330" y="4653656"/>
              <a:ext cx="187269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24</a:t>
              </a:r>
            </a:p>
          </p:txBody>
        </p:sp>
        <p:sp>
          <p:nvSpPr>
            <p:cNvPr id="83" name="tx82"/>
            <p:cNvSpPr/>
            <p:nvPr/>
          </p:nvSpPr>
          <p:spPr>
            <a:xfrm>
              <a:off x="4456138" y="4653656"/>
              <a:ext cx="187269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</a:t>
              </a:r>
            </a:p>
          </p:txBody>
        </p:sp>
        <p:sp>
          <p:nvSpPr>
            <p:cNvPr id="84" name="tx83"/>
            <p:cNvSpPr/>
            <p:nvPr/>
          </p:nvSpPr>
          <p:spPr>
            <a:xfrm>
              <a:off x="4647947" y="4653656"/>
              <a:ext cx="187269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36</a:t>
              </a:r>
            </a:p>
          </p:txBody>
        </p:sp>
        <p:sp>
          <p:nvSpPr>
            <p:cNvPr id="85" name="tx84"/>
            <p:cNvSpPr/>
            <p:nvPr/>
          </p:nvSpPr>
          <p:spPr>
            <a:xfrm>
              <a:off x="4839755" y="4653656"/>
              <a:ext cx="187269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42</a:t>
              </a:r>
            </a:p>
          </p:txBody>
        </p:sp>
        <p:sp>
          <p:nvSpPr>
            <p:cNvPr id="86" name="tx85"/>
            <p:cNvSpPr/>
            <p:nvPr/>
          </p:nvSpPr>
          <p:spPr>
            <a:xfrm>
              <a:off x="5031564" y="4653656"/>
              <a:ext cx="187269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48</a:t>
              </a:r>
            </a:p>
          </p:txBody>
        </p:sp>
        <p:sp>
          <p:nvSpPr>
            <p:cNvPr id="87" name="tx86"/>
            <p:cNvSpPr/>
            <p:nvPr/>
          </p:nvSpPr>
          <p:spPr>
            <a:xfrm>
              <a:off x="5223372" y="4653656"/>
              <a:ext cx="187269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54</a:t>
              </a:r>
            </a:p>
          </p:txBody>
        </p:sp>
        <p:sp>
          <p:nvSpPr>
            <p:cNvPr id="88" name="pl87"/>
            <p:cNvSpPr/>
            <p:nvPr/>
          </p:nvSpPr>
          <p:spPr>
            <a:xfrm>
              <a:off x="1743918" y="1315770"/>
              <a:ext cx="0" cy="1447380"/>
            </a:xfrm>
            <a:custGeom>
              <a:avLst/>
              <a:pathLst>
                <a:path w="0" h="1447380">
                  <a:moveTo>
                    <a:pt x="0" y="1447380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tx88"/>
            <p:cNvSpPr/>
            <p:nvPr/>
          </p:nvSpPr>
          <p:spPr>
            <a:xfrm>
              <a:off x="1430669" y="2709476"/>
              <a:ext cx="233537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0%</a:t>
              </a:r>
            </a:p>
          </p:txBody>
        </p:sp>
        <p:sp>
          <p:nvSpPr>
            <p:cNvPr id="90" name="tx89"/>
            <p:cNvSpPr/>
            <p:nvPr/>
          </p:nvSpPr>
          <p:spPr>
            <a:xfrm>
              <a:off x="1337035" y="2566171"/>
              <a:ext cx="327172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10%</a:t>
              </a:r>
            </a:p>
          </p:txBody>
        </p:sp>
        <p:sp>
          <p:nvSpPr>
            <p:cNvPr id="91" name="tx90"/>
            <p:cNvSpPr/>
            <p:nvPr/>
          </p:nvSpPr>
          <p:spPr>
            <a:xfrm>
              <a:off x="1337035" y="2422866"/>
              <a:ext cx="327172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20%</a:t>
              </a:r>
            </a:p>
          </p:txBody>
        </p:sp>
        <p:sp>
          <p:nvSpPr>
            <p:cNvPr id="92" name="tx91"/>
            <p:cNvSpPr/>
            <p:nvPr/>
          </p:nvSpPr>
          <p:spPr>
            <a:xfrm>
              <a:off x="1337035" y="2279561"/>
              <a:ext cx="327172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30%</a:t>
              </a:r>
            </a:p>
          </p:txBody>
        </p:sp>
        <p:sp>
          <p:nvSpPr>
            <p:cNvPr id="93" name="tx92"/>
            <p:cNvSpPr/>
            <p:nvPr/>
          </p:nvSpPr>
          <p:spPr>
            <a:xfrm>
              <a:off x="1337035" y="2136256"/>
              <a:ext cx="327172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40%</a:t>
              </a:r>
            </a:p>
          </p:txBody>
        </p:sp>
        <p:sp>
          <p:nvSpPr>
            <p:cNvPr id="94" name="tx93"/>
            <p:cNvSpPr/>
            <p:nvPr/>
          </p:nvSpPr>
          <p:spPr>
            <a:xfrm>
              <a:off x="1337035" y="1992951"/>
              <a:ext cx="327172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50%</a:t>
              </a:r>
            </a:p>
          </p:txBody>
        </p:sp>
        <p:sp>
          <p:nvSpPr>
            <p:cNvPr id="95" name="tx94"/>
            <p:cNvSpPr/>
            <p:nvPr/>
          </p:nvSpPr>
          <p:spPr>
            <a:xfrm>
              <a:off x="1337035" y="1849646"/>
              <a:ext cx="327172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60%</a:t>
              </a:r>
            </a:p>
          </p:txBody>
        </p:sp>
        <p:sp>
          <p:nvSpPr>
            <p:cNvPr id="96" name="tx95"/>
            <p:cNvSpPr/>
            <p:nvPr/>
          </p:nvSpPr>
          <p:spPr>
            <a:xfrm>
              <a:off x="1337035" y="1706341"/>
              <a:ext cx="327172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70%</a:t>
              </a:r>
            </a:p>
          </p:txBody>
        </p:sp>
        <p:sp>
          <p:nvSpPr>
            <p:cNvPr id="97" name="tx96"/>
            <p:cNvSpPr/>
            <p:nvPr/>
          </p:nvSpPr>
          <p:spPr>
            <a:xfrm>
              <a:off x="1337035" y="1563036"/>
              <a:ext cx="327172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80%</a:t>
              </a:r>
            </a:p>
          </p:txBody>
        </p:sp>
        <p:sp>
          <p:nvSpPr>
            <p:cNvPr id="98" name="tx97"/>
            <p:cNvSpPr/>
            <p:nvPr/>
          </p:nvSpPr>
          <p:spPr>
            <a:xfrm>
              <a:off x="1337035" y="1419731"/>
              <a:ext cx="327172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90%</a:t>
              </a:r>
            </a:p>
          </p:txBody>
        </p:sp>
        <p:sp>
          <p:nvSpPr>
            <p:cNvPr id="99" name="tx98"/>
            <p:cNvSpPr/>
            <p:nvPr/>
          </p:nvSpPr>
          <p:spPr>
            <a:xfrm>
              <a:off x="1243400" y="1276425"/>
              <a:ext cx="420806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100%</a:t>
              </a:r>
            </a:p>
          </p:txBody>
        </p:sp>
        <p:sp>
          <p:nvSpPr>
            <p:cNvPr id="100" name="pl99"/>
            <p:cNvSpPr/>
            <p:nvPr/>
          </p:nvSpPr>
          <p:spPr>
            <a:xfrm>
              <a:off x="1699634" y="276315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0"/>
            <p:cNvSpPr/>
            <p:nvPr/>
          </p:nvSpPr>
          <p:spPr>
            <a:xfrm>
              <a:off x="1699634" y="2619846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1"/>
            <p:cNvSpPr/>
            <p:nvPr/>
          </p:nvSpPr>
          <p:spPr>
            <a:xfrm>
              <a:off x="1699634" y="247654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2"/>
            <p:cNvSpPr/>
            <p:nvPr/>
          </p:nvSpPr>
          <p:spPr>
            <a:xfrm>
              <a:off x="1699634" y="2333236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3"/>
            <p:cNvSpPr/>
            <p:nvPr/>
          </p:nvSpPr>
          <p:spPr>
            <a:xfrm>
              <a:off x="1699634" y="218993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4"/>
            <p:cNvSpPr/>
            <p:nvPr/>
          </p:nvSpPr>
          <p:spPr>
            <a:xfrm>
              <a:off x="1699634" y="2046626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5"/>
            <p:cNvSpPr/>
            <p:nvPr/>
          </p:nvSpPr>
          <p:spPr>
            <a:xfrm>
              <a:off x="1699634" y="190332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6"/>
            <p:cNvSpPr/>
            <p:nvPr/>
          </p:nvSpPr>
          <p:spPr>
            <a:xfrm>
              <a:off x="1699634" y="1760016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7"/>
            <p:cNvSpPr/>
            <p:nvPr/>
          </p:nvSpPr>
          <p:spPr>
            <a:xfrm>
              <a:off x="1699634" y="161671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8"/>
            <p:cNvSpPr/>
            <p:nvPr/>
          </p:nvSpPr>
          <p:spPr>
            <a:xfrm>
              <a:off x="1699634" y="1473406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09"/>
            <p:cNvSpPr/>
            <p:nvPr/>
          </p:nvSpPr>
          <p:spPr>
            <a:xfrm>
              <a:off x="1699634" y="133010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0"/>
            <p:cNvSpPr/>
            <p:nvPr/>
          </p:nvSpPr>
          <p:spPr>
            <a:xfrm>
              <a:off x="1743918" y="3126564"/>
              <a:ext cx="0" cy="1447380"/>
            </a:xfrm>
            <a:custGeom>
              <a:avLst/>
              <a:pathLst>
                <a:path w="0" h="1447380">
                  <a:moveTo>
                    <a:pt x="0" y="1447380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tx111"/>
            <p:cNvSpPr/>
            <p:nvPr/>
          </p:nvSpPr>
          <p:spPr>
            <a:xfrm>
              <a:off x="1430669" y="4520270"/>
              <a:ext cx="233537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0%</a:t>
              </a:r>
            </a:p>
          </p:txBody>
        </p:sp>
        <p:sp>
          <p:nvSpPr>
            <p:cNvPr id="113" name="tx112"/>
            <p:cNvSpPr/>
            <p:nvPr/>
          </p:nvSpPr>
          <p:spPr>
            <a:xfrm>
              <a:off x="1337035" y="4376964"/>
              <a:ext cx="327172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10%</a:t>
              </a:r>
            </a:p>
          </p:txBody>
        </p:sp>
        <p:sp>
          <p:nvSpPr>
            <p:cNvPr id="114" name="tx113"/>
            <p:cNvSpPr/>
            <p:nvPr/>
          </p:nvSpPr>
          <p:spPr>
            <a:xfrm>
              <a:off x="1337035" y="4233659"/>
              <a:ext cx="327172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20%</a:t>
              </a:r>
            </a:p>
          </p:txBody>
        </p:sp>
        <p:sp>
          <p:nvSpPr>
            <p:cNvPr id="115" name="tx114"/>
            <p:cNvSpPr/>
            <p:nvPr/>
          </p:nvSpPr>
          <p:spPr>
            <a:xfrm>
              <a:off x="1337035" y="4090354"/>
              <a:ext cx="327172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30%</a:t>
              </a:r>
            </a:p>
          </p:txBody>
        </p:sp>
        <p:sp>
          <p:nvSpPr>
            <p:cNvPr id="116" name="tx115"/>
            <p:cNvSpPr/>
            <p:nvPr/>
          </p:nvSpPr>
          <p:spPr>
            <a:xfrm>
              <a:off x="1337035" y="3947049"/>
              <a:ext cx="327172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40%</a:t>
              </a:r>
            </a:p>
          </p:txBody>
        </p:sp>
        <p:sp>
          <p:nvSpPr>
            <p:cNvPr id="117" name="tx116"/>
            <p:cNvSpPr/>
            <p:nvPr/>
          </p:nvSpPr>
          <p:spPr>
            <a:xfrm>
              <a:off x="1337035" y="3803744"/>
              <a:ext cx="327172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50%</a:t>
              </a:r>
            </a:p>
          </p:txBody>
        </p:sp>
        <p:sp>
          <p:nvSpPr>
            <p:cNvPr id="118" name="tx117"/>
            <p:cNvSpPr/>
            <p:nvPr/>
          </p:nvSpPr>
          <p:spPr>
            <a:xfrm>
              <a:off x="1337035" y="3660439"/>
              <a:ext cx="327172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60%</a:t>
              </a:r>
            </a:p>
          </p:txBody>
        </p:sp>
        <p:sp>
          <p:nvSpPr>
            <p:cNvPr id="119" name="tx118"/>
            <p:cNvSpPr/>
            <p:nvPr/>
          </p:nvSpPr>
          <p:spPr>
            <a:xfrm>
              <a:off x="1337035" y="3517134"/>
              <a:ext cx="327172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70%</a:t>
              </a:r>
            </a:p>
          </p:txBody>
        </p:sp>
        <p:sp>
          <p:nvSpPr>
            <p:cNvPr id="120" name="tx119"/>
            <p:cNvSpPr/>
            <p:nvPr/>
          </p:nvSpPr>
          <p:spPr>
            <a:xfrm>
              <a:off x="1337035" y="3373829"/>
              <a:ext cx="327172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80%</a:t>
              </a:r>
            </a:p>
          </p:txBody>
        </p:sp>
        <p:sp>
          <p:nvSpPr>
            <p:cNvPr id="121" name="tx120"/>
            <p:cNvSpPr/>
            <p:nvPr/>
          </p:nvSpPr>
          <p:spPr>
            <a:xfrm>
              <a:off x="1337035" y="3230524"/>
              <a:ext cx="327172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90%</a:t>
              </a:r>
            </a:p>
          </p:txBody>
        </p:sp>
        <p:sp>
          <p:nvSpPr>
            <p:cNvPr id="122" name="tx121"/>
            <p:cNvSpPr/>
            <p:nvPr/>
          </p:nvSpPr>
          <p:spPr>
            <a:xfrm>
              <a:off x="1243400" y="3087219"/>
              <a:ext cx="420806" cy="1073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100%</a:t>
              </a:r>
            </a:p>
          </p:txBody>
        </p:sp>
        <p:sp>
          <p:nvSpPr>
            <p:cNvPr id="123" name="pl122"/>
            <p:cNvSpPr/>
            <p:nvPr/>
          </p:nvSpPr>
          <p:spPr>
            <a:xfrm>
              <a:off x="1699634" y="4573945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3"/>
            <p:cNvSpPr/>
            <p:nvPr/>
          </p:nvSpPr>
          <p:spPr>
            <a:xfrm>
              <a:off x="1699634" y="4430640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4"/>
            <p:cNvSpPr/>
            <p:nvPr/>
          </p:nvSpPr>
          <p:spPr>
            <a:xfrm>
              <a:off x="1699634" y="4287335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5"/>
            <p:cNvSpPr/>
            <p:nvPr/>
          </p:nvSpPr>
          <p:spPr>
            <a:xfrm>
              <a:off x="1699634" y="4144030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6"/>
            <p:cNvSpPr/>
            <p:nvPr/>
          </p:nvSpPr>
          <p:spPr>
            <a:xfrm>
              <a:off x="1699634" y="4000725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7"/>
            <p:cNvSpPr/>
            <p:nvPr/>
          </p:nvSpPr>
          <p:spPr>
            <a:xfrm>
              <a:off x="1699634" y="3857420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8"/>
            <p:cNvSpPr/>
            <p:nvPr/>
          </p:nvSpPr>
          <p:spPr>
            <a:xfrm>
              <a:off x="1699634" y="3714115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29"/>
            <p:cNvSpPr/>
            <p:nvPr/>
          </p:nvSpPr>
          <p:spPr>
            <a:xfrm>
              <a:off x="1699634" y="3570810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0"/>
            <p:cNvSpPr/>
            <p:nvPr/>
          </p:nvSpPr>
          <p:spPr>
            <a:xfrm>
              <a:off x="1699634" y="3427505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1"/>
            <p:cNvSpPr/>
            <p:nvPr/>
          </p:nvSpPr>
          <p:spPr>
            <a:xfrm>
              <a:off x="1699634" y="3284200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2"/>
            <p:cNvSpPr/>
            <p:nvPr/>
          </p:nvSpPr>
          <p:spPr>
            <a:xfrm>
              <a:off x="1699634" y="3140895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897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tx133"/>
            <p:cNvSpPr/>
            <p:nvPr/>
          </p:nvSpPr>
          <p:spPr>
            <a:xfrm>
              <a:off x="3371613" y="4892104"/>
              <a:ext cx="349666" cy="1230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3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TTE</a:t>
              </a:r>
            </a:p>
          </p:txBody>
        </p:sp>
        <p:sp>
          <p:nvSpPr>
            <p:cNvPr id="135" name="tx134"/>
            <p:cNvSpPr/>
            <p:nvPr/>
          </p:nvSpPr>
          <p:spPr>
            <a:xfrm rot="-5400000">
              <a:off x="130228" y="2883318"/>
              <a:ext cx="1874245" cy="1230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3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Survival probability</a:t>
              </a:r>
            </a:p>
          </p:txBody>
        </p:sp>
        <p:sp>
          <p:nvSpPr>
            <p:cNvPr id="136" name="rc135"/>
            <p:cNvSpPr/>
            <p:nvPr/>
          </p:nvSpPr>
          <p:spPr>
            <a:xfrm>
              <a:off x="5526110" y="1703713"/>
              <a:ext cx="565283" cy="24822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pl136"/>
            <p:cNvSpPr/>
            <p:nvPr/>
          </p:nvSpPr>
          <p:spPr>
            <a:xfrm>
              <a:off x="5551310" y="1807142"/>
              <a:ext cx="201599" cy="0"/>
            </a:xfrm>
            <a:custGeom>
              <a:avLst/>
              <a:pathLst>
                <a:path w="201599" h="0">
                  <a:moveTo>
                    <a:pt x="0" y="0"/>
                  </a:moveTo>
                  <a:lnTo>
                    <a:pt x="201599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7"/>
            <p:cNvSpPr/>
            <p:nvPr/>
          </p:nvSpPr>
          <p:spPr>
            <a:xfrm>
              <a:off x="5551310" y="2013999"/>
              <a:ext cx="201599" cy="0"/>
            </a:xfrm>
            <a:custGeom>
              <a:avLst/>
              <a:pathLst>
                <a:path w="201599" h="0">
                  <a:moveTo>
                    <a:pt x="0" y="0"/>
                  </a:moveTo>
                  <a:lnTo>
                    <a:pt x="201599" y="0"/>
                  </a:lnTo>
                </a:path>
              </a:pathLst>
            </a:custGeom>
            <a:ln w="27101" cap="flat">
              <a:solidFill>
                <a:srgbClr val="DE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8"/>
            <p:cNvSpPr/>
            <p:nvPr/>
          </p:nvSpPr>
          <p:spPr>
            <a:xfrm>
              <a:off x="5551310" y="2220857"/>
              <a:ext cx="201599" cy="0"/>
            </a:xfrm>
            <a:custGeom>
              <a:avLst/>
              <a:pathLst>
                <a:path w="201599" h="0">
                  <a:moveTo>
                    <a:pt x="0" y="0"/>
                  </a:moveTo>
                  <a:lnTo>
                    <a:pt x="201599" y="0"/>
                  </a:lnTo>
                </a:path>
              </a:pathLst>
            </a:custGeom>
            <a:ln w="27101" cap="flat">
              <a:solidFill>
                <a:srgbClr val="B7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39"/>
            <p:cNvSpPr/>
            <p:nvPr/>
          </p:nvSpPr>
          <p:spPr>
            <a:xfrm>
              <a:off x="5551310" y="2427714"/>
              <a:ext cx="201599" cy="0"/>
            </a:xfrm>
            <a:custGeom>
              <a:avLst/>
              <a:pathLst>
                <a:path w="201599" h="0">
                  <a:moveTo>
                    <a:pt x="0" y="0"/>
                  </a:moveTo>
                  <a:lnTo>
                    <a:pt x="201599" y="0"/>
                  </a:lnTo>
                </a:path>
              </a:pathLst>
            </a:custGeom>
            <a:ln w="27101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0"/>
            <p:cNvSpPr/>
            <p:nvPr/>
          </p:nvSpPr>
          <p:spPr>
            <a:xfrm>
              <a:off x="5551310" y="2634571"/>
              <a:ext cx="201599" cy="0"/>
            </a:xfrm>
            <a:custGeom>
              <a:avLst/>
              <a:pathLst>
                <a:path w="201599" h="0">
                  <a:moveTo>
                    <a:pt x="0" y="0"/>
                  </a:moveTo>
                  <a:lnTo>
                    <a:pt x="201599" y="0"/>
                  </a:lnTo>
                </a:path>
              </a:pathLst>
            </a:custGeom>
            <a:ln w="27101" cap="flat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1"/>
            <p:cNvSpPr/>
            <p:nvPr/>
          </p:nvSpPr>
          <p:spPr>
            <a:xfrm>
              <a:off x="5551310" y="2841429"/>
              <a:ext cx="201599" cy="0"/>
            </a:xfrm>
            <a:custGeom>
              <a:avLst/>
              <a:pathLst>
                <a:path w="201599" h="0">
                  <a:moveTo>
                    <a:pt x="0" y="0"/>
                  </a:moveTo>
                  <a:lnTo>
                    <a:pt x="201599" y="0"/>
                  </a:lnTo>
                </a:path>
              </a:pathLst>
            </a:custGeom>
            <a:ln w="27101" cap="flat">
              <a:solidFill>
                <a:srgbClr val="00C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5551310" y="3048286"/>
              <a:ext cx="201599" cy="0"/>
            </a:xfrm>
            <a:custGeom>
              <a:avLst/>
              <a:pathLst>
                <a:path w="201599" h="0">
                  <a:moveTo>
                    <a:pt x="0" y="0"/>
                  </a:moveTo>
                  <a:lnTo>
                    <a:pt x="201599" y="0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3"/>
            <p:cNvSpPr/>
            <p:nvPr/>
          </p:nvSpPr>
          <p:spPr>
            <a:xfrm>
              <a:off x="5551310" y="3255144"/>
              <a:ext cx="201599" cy="0"/>
            </a:xfrm>
            <a:custGeom>
              <a:avLst/>
              <a:pathLst>
                <a:path w="201599" h="0">
                  <a:moveTo>
                    <a:pt x="0" y="0"/>
                  </a:moveTo>
                  <a:lnTo>
                    <a:pt x="201599" y="0"/>
                  </a:lnTo>
                </a:path>
              </a:pathLst>
            </a:custGeom>
            <a:ln w="27101" cap="flat">
              <a:solidFill>
                <a:srgbClr val="00B4F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4"/>
            <p:cNvSpPr/>
            <p:nvPr/>
          </p:nvSpPr>
          <p:spPr>
            <a:xfrm>
              <a:off x="5551310" y="3462001"/>
              <a:ext cx="201599" cy="0"/>
            </a:xfrm>
            <a:custGeom>
              <a:avLst/>
              <a:pathLst>
                <a:path w="201599" h="0">
                  <a:moveTo>
                    <a:pt x="0" y="0"/>
                  </a:moveTo>
                  <a:lnTo>
                    <a:pt x="201599" y="0"/>
                  </a:lnTo>
                </a:path>
              </a:pathLst>
            </a:custGeom>
            <a:ln w="27101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5"/>
            <p:cNvSpPr/>
            <p:nvPr/>
          </p:nvSpPr>
          <p:spPr>
            <a:xfrm>
              <a:off x="5551310" y="3668858"/>
              <a:ext cx="201599" cy="0"/>
            </a:xfrm>
            <a:custGeom>
              <a:avLst/>
              <a:pathLst>
                <a:path w="201599" h="0">
                  <a:moveTo>
                    <a:pt x="0" y="0"/>
                  </a:moveTo>
                  <a:lnTo>
                    <a:pt x="201599" y="0"/>
                  </a:lnTo>
                </a:path>
              </a:pathLst>
            </a:custGeom>
            <a:ln w="27101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6"/>
            <p:cNvSpPr/>
            <p:nvPr/>
          </p:nvSpPr>
          <p:spPr>
            <a:xfrm>
              <a:off x="5551310" y="3875716"/>
              <a:ext cx="201599" cy="0"/>
            </a:xfrm>
            <a:custGeom>
              <a:avLst/>
              <a:pathLst>
                <a:path w="201599" h="0">
                  <a:moveTo>
                    <a:pt x="0" y="0"/>
                  </a:moveTo>
                  <a:lnTo>
                    <a:pt x="201599" y="0"/>
                  </a:lnTo>
                </a:path>
              </a:pathLst>
            </a:custGeom>
            <a:ln w="27101" cap="flat">
              <a:solidFill>
                <a:srgbClr val="F56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7"/>
            <p:cNvSpPr/>
            <p:nvPr/>
          </p:nvSpPr>
          <p:spPr>
            <a:xfrm>
              <a:off x="5551310" y="4082573"/>
              <a:ext cx="201599" cy="0"/>
            </a:xfrm>
            <a:custGeom>
              <a:avLst/>
              <a:pathLst>
                <a:path w="201599" h="0">
                  <a:moveTo>
                    <a:pt x="0" y="0"/>
                  </a:moveTo>
                  <a:lnTo>
                    <a:pt x="201599" y="0"/>
                  </a:lnTo>
                </a:path>
              </a:pathLst>
            </a:custGeom>
            <a:ln w="27101" cap="flat">
              <a:solidFill>
                <a:srgbClr val="FF64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tx148"/>
            <p:cNvSpPr/>
            <p:nvPr/>
          </p:nvSpPr>
          <p:spPr>
            <a:xfrm>
              <a:off x="5816068" y="1756210"/>
              <a:ext cx="186446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C1</a:t>
              </a:r>
            </a:p>
          </p:txBody>
        </p:sp>
        <p:sp>
          <p:nvSpPr>
            <p:cNvPr id="150" name="tx149"/>
            <p:cNvSpPr/>
            <p:nvPr/>
          </p:nvSpPr>
          <p:spPr>
            <a:xfrm>
              <a:off x="5816068" y="1963067"/>
              <a:ext cx="275325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C11</a:t>
              </a:r>
            </a:p>
          </p:txBody>
        </p:sp>
        <p:sp>
          <p:nvSpPr>
            <p:cNvPr id="151" name="tx150"/>
            <p:cNvSpPr/>
            <p:nvPr/>
          </p:nvSpPr>
          <p:spPr>
            <a:xfrm>
              <a:off x="5816068" y="2169925"/>
              <a:ext cx="275325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C12</a:t>
              </a:r>
            </a:p>
          </p:txBody>
        </p:sp>
        <p:sp>
          <p:nvSpPr>
            <p:cNvPr id="152" name="tx151"/>
            <p:cNvSpPr/>
            <p:nvPr/>
          </p:nvSpPr>
          <p:spPr>
            <a:xfrm>
              <a:off x="5816068" y="2376782"/>
              <a:ext cx="275325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C14</a:t>
              </a:r>
            </a:p>
          </p:txBody>
        </p:sp>
        <p:sp>
          <p:nvSpPr>
            <p:cNvPr id="153" name="tx152"/>
            <p:cNvSpPr/>
            <p:nvPr/>
          </p:nvSpPr>
          <p:spPr>
            <a:xfrm>
              <a:off x="5816068" y="2583639"/>
              <a:ext cx="275325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C15</a:t>
              </a:r>
            </a:p>
          </p:txBody>
        </p:sp>
        <p:sp>
          <p:nvSpPr>
            <p:cNvPr id="154" name="tx153"/>
            <p:cNvSpPr/>
            <p:nvPr/>
          </p:nvSpPr>
          <p:spPr>
            <a:xfrm>
              <a:off x="5816068" y="2790497"/>
              <a:ext cx="186446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C2</a:t>
              </a:r>
            </a:p>
          </p:txBody>
        </p:sp>
        <p:sp>
          <p:nvSpPr>
            <p:cNvPr id="155" name="tx154"/>
            <p:cNvSpPr/>
            <p:nvPr/>
          </p:nvSpPr>
          <p:spPr>
            <a:xfrm>
              <a:off x="5816068" y="2997354"/>
              <a:ext cx="186446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C3</a:t>
              </a:r>
            </a:p>
          </p:txBody>
        </p:sp>
        <p:sp>
          <p:nvSpPr>
            <p:cNvPr id="156" name="tx155"/>
            <p:cNvSpPr/>
            <p:nvPr/>
          </p:nvSpPr>
          <p:spPr>
            <a:xfrm>
              <a:off x="5816068" y="3204212"/>
              <a:ext cx="186446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C4</a:t>
              </a:r>
            </a:p>
          </p:txBody>
        </p:sp>
        <p:sp>
          <p:nvSpPr>
            <p:cNvPr id="157" name="tx156"/>
            <p:cNvSpPr/>
            <p:nvPr/>
          </p:nvSpPr>
          <p:spPr>
            <a:xfrm>
              <a:off x="5816068" y="3411069"/>
              <a:ext cx="186446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C5</a:t>
              </a:r>
            </a:p>
          </p:txBody>
        </p:sp>
        <p:sp>
          <p:nvSpPr>
            <p:cNvPr id="158" name="tx157"/>
            <p:cNvSpPr/>
            <p:nvPr/>
          </p:nvSpPr>
          <p:spPr>
            <a:xfrm>
              <a:off x="5816068" y="3617926"/>
              <a:ext cx="186446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C6</a:t>
              </a:r>
            </a:p>
          </p:txBody>
        </p:sp>
        <p:sp>
          <p:nvSpPr>
            <p:cNvPr id="159" name="tx158"/>
            <p:cNvSpPr/>
            <p:nvPr/>
          </p:nvSpPr>
          <p:spPr>
            <a:xfrm>
              <a:off x="5816068" y="3824784"/>
              <a:ext cx="186446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C8</a:t>
              </a:r>
            </a:p>
          </p:txBody>
        </p:sp>
        <p:sp>
          <p:nvSpPr>
            <p:cNvPr id="160" name="tx159"/>
            <p:cNvSpPr/>
            <p:nvPr/>
          </p:nvSpPr>
          <p:spPr>
            <a:xfrm>
              <a:off x="5816068" y="4031641"/>
              <a:ext cx="186446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C9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runner</cp:lastModifiedBy>
  <cp:revision>3</cp:revision>
  <dcterms:created xsi:type="dcterms:W3CDTF">2017-02-13T16:18:36Z</dcterms:created>
  <dcterms:modified xsi:type="dcterms:W3CDTF">2026-07-05T00:16:12Z</dcterms:modified>
  <cp:category/>
</cp:coreProperties>
</file>