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43918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59042" y="14330"/>
                  </a:lnTo>
                  <a:lnTo>
                    <a:pt x="959042" y="28661"/>
                  </a:lnTo>
                  <a:lnTo>
                    <a:pt x="991010" y="28661"/>
                  </a:lnTo>
                  <a:lnTo>
                    <a:pt x="991010" y="42991"/>
                  </a:lnTo>
                  <a:lnTo>
                    <a:pt x="1022978" y="42991"/>
                  </a:lnTo>
                  <a:lnTo>
                    <a:pt x="1022978" y="57322"/>
                  </a:lnTo>
                  <a:lnTo>
                    <a:pt x="1054946" y="57322"/>
                  </a:lnTo>
                  <a:lnTo>
                    <a:pt x="1054946" y="71652"/>
                  </a:lnTo>
                  <a:lnTo>
                    <a:pt x="1086914" y="71652"/>
                  </a:lnTo>
                  <a:lnTo>
                    <a:pt x="1086914" y="85983"/>
                  </a:lnTo>
                  <a:lnTo>
                    <a:pt x="1118882" y="85983"/>
                  </a:lnTo>
                  <a:lnTo>
                    <a:pt x="1118882" y="100313"/>
                  </a:lnTo>
                  <a:lnTo>
                    <a:pt x="1150850" y="100313"/>
                  </a:lnTo>
                  <a:lnTo>
                    <a:pt x="1150850" y="157635"/>
                  </a:lnTo>
                  <a:lnTo>
                    <a:pt x="1182818" y="157635"/>
                  </a:lnTo>
                  <a:lnTo>
                    <a:pt x="1182818" y="214957"/>
                  </a:lnTo>
                  <a:lnTo>
                    <a:pt x="1214787" y="214957"/>
                  </a:lnTo>
                  <a:lnTo>
                    <a:pt x="1214787" y="243618"/>
                  </a:lnTo>
                  <a:lnTo>
                    <a:pt x="1246755" y="243618"/>
                  </a:lnTo>
                  <a:lnTo>
                    <a:pt x="1246755" y="286610"/>
                  </a:lnTo>
                  <a:lnTo>
                    <a:pt x="1278723" y="28661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43932"/>
                  </a:lnTo>
                  <a:lnTo>
                    <a:pt x="1374627" y="343932"/>
                  </a:lnTo>
                  <a:lnTo>
                    <a:pt x="1374627" y="358262"/>
                  </a:lnTo>
                  <a:lnTo>
                    <a:pt x="1438563" y="358262"/>
                  </a:lnTo>
                  <a:lnTo>
                    <a:pt x="1438563" y="401254"/>
                  </a:lnTo>
                  <a:lnTo>
                    <a:pt x="1502499" y="401254"/>
                  </a:lnTo>
                  <a:lnTo>
                    <a:pt x="1502499" y="444245"/>
                  </a:lnTo>
                  <a:lnTo>
                    <a:pt x="1534467" y="444245"/>
                  </a:lnTo>
                  <a:lnTo>
                    <a:pt x="1534467" y="472906"/>
                  </a:lnTo>
                  <a:lnTo>
                    <a:pt x="1566435" y="472906"/>
                  </a:lnTo>
                  <a:lnTo>
                    <a:pt x="1566435" y="487237"/>
                  </a:lnTo>
                  <a:lnTo>
                    <a:pt x="1598403" y="487237"/>
                  </a:lnTo>
                  <a:lnTo>
                    <a:pt x="1598403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43918" y="1330101"/>
              <a:ext cx="1726276" cy="558889"/>
            </a:xfrm>
            <a:custGeom>
              <a:avLst/>
              <a:pathLst>
                <a:path w="1726276" h="558889">
                  <a:moveTo>
                    <a:pt x="0" y="0"/>
                  </a:moveTo>
                  <a:lnTo>
                    <a:pt x="831170" y="0"/>
                  </a:lnTo>
                  <a:lnTo>
                    <a:pt x="831170" y="14330"/>
                  </a:lnTo>
                  <a:lnTo>
                    <a:pt x="863138" y="14330"/>
                  </a:lnTo>
                  <a:lnTo>
                    <a:pt x="863138" y="42991"/>
                  </a:lnTo>
                  <a:lnTo>
                    <a:pt x="959042" y="42991"/>
                  </a:lnTo>
                  <a:lnTo>
                    <a:pt x="959042" y="71652"/>
                  </a:lnTo>
                  <a:lnTo>
                    <a:pt x="991010" y="71652"/>
                  </a:lnTo>
                  <a:lnTo>
                    <a:pt x="991010" y="100313"/>
                  </a:lnTo>
                  <a:lnTo>
                    <a:pt x="1022978" y="100313"/>
                  </a:lnTo>
                  <a:lnTo>
                    <a:pt x="1022978" y="186296"/>
                  </a:lnTo>
                  <a:lnTo>
                    <a:pt x="1054946" y="186296"/>
                  </a:lnTo>
                  <a:lnTo>
                    <a:pt x="1054946" y="243618"/>
                  </a:lnTo>
                  <a:lnTo>
                    <a:pt x="1086914" y="243618"/>
                  </a:lnTo>
                  <a:lnTo>
                    <a:pt x="1086914" y="286610"/>
                  </a:lnTo>
                  <a:lnTo>
                    <a:pt x="1118882" y="286610"/>
                  </a:lnTo>
                  <a:lnTo>
                    <a:pt x="1118882" y="358262"/>
                  </a:lnTo>
                  <a:lnTo>
                    <a:pt x="1150850" y="358262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58576"/>
                  </a:lnTo>
                  <a:lnTo>
                    <a:pt x="1214787" y="458576"/>
                  </a:lnTo>
                  <a:lnTo>
                    <a:pt x="1214787" y="472906"/>
                  </a:lnTo>
                  <a:lnTo>
                    <a:pt x="1246755" y="472906"/>
                  </a:lnTo>
                  <a:lnTo>
                    <a:pt x="1246755" y="487237"/>
                  </a:lnTo>
                  <a:lnTo>
                    <a:pt x="1278723" y="487237"/>
                  </a:lnTo>
                  <a:lnTo>
                    <a:pt x="1278723" y="515898"/>
                  </a:lnTo>
                  <a:lnTo>
                    <a:pt x="1502499" y="515898"/>
                  </a:lnTo>
                  <a:lnTo>
                    <a:pt x="1502499" y="530228"/>
                  </a:lnTo>
                  <a:lnTo>
                    <a:pt x="1534467" y="530228"/>
                  </a:lnTo>
                  <a:lnTo>
                    <a:pt x="1534467" y="544559"/>
                  </a:lnTo>
                  <a:lnTo>
                    <a:pt x="1726276" y="544559"/>
                  </a:lnTo>
                  <a:lnTo>
                    <a:pt x="1726276" y="558889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43918" y="1330101"/>
              <a:ext cx="1726276" cy="472906"/>
            </a:xfrm>
            <a:custGeom>
              <a:avLst/>
              <a:pathLst>
                <a:path w="1726276" h="472906">
                  <a:moveTo>
                    <a:pt x="0" y="0"/>
                  </a:moveTo>
                  <a:lnTo>
                    <a:pt x="735265" y="0"/>
                  </a:lnTo>
                  <a:lnTo>
                    <a:pt x="735265" y="14330"/>
                  </a:lnTo>
                  <a:lnTo>
                    <a:pt x="831170" y="14330"/>
                  </a:lnTo>
                  <a:lnTo>
                    <a:pt x="831170" y="71652"/>
                  </a:lnTo>
                  <a:lnTo>
                    <a:pt x="863138" y="71652"/>
                  </a:lnTo>
                  <a:lnTo>
                    <a:pt x="863138" y="85983"/>
                  </a:lnTo>
                  <a:lnTo>
                    <a:pt x="927074" y="85983"/>
                  </a:lnTo>
                  <a:lnTo>
                    <a:pt x="927074" y="100313"/>
                  </a:lnTo>
                  <a:lnTo>
                    <a:pt x="991010" y="100313"/>
                  </a:lnTo>
                  <a:lnTo>
                    <a:pt x="991010" y="114644"/>
                  </a:lnTo>
                  <a:lnTo>
                    <a:pt x="1022978" y="114644"/>
                  </a:lnTo>
                  <a:lnTo>
                    <a:pt x="1022978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171966"/>
                  </a:lnTo>
                  <a:lnTo>
                    <a:pt x="1118882" y="171966"/>
                  </a:lnTo>
                  <a:lnTo>
                    <a:pt x="1118882" y="200627"/>
                  </a:lnTo>
                  <a:lnTo>
                    <a:pt x="1150850" y="200627"/>
                  </a:lnTo>
                  <a:lnTo>
                    <a:pt x="1150850" y="229288"/>
                  </a:lnTo>
                  <a:lnTo>
                    <a:pt x="1182818" y="229288"/>
                  </a:lnTo>
                  <a:lnTo>
                    <a:pt x="1182818" y="257949"/>
                  </a:lnTo>
                  <a:lnTo>
                    <a:pt x="1278723" y="257949"/>
                  </a:lnTo>
                  <a:lnTo>
                    <a:pt x="1278723" y="286610"/>
                  </a:lnTo>
                  <a:lnTo>
                    <a:pt x="1374627" y="286610"/>
                  </a:lnTo>
                  <a:lnTo>
                    <a:pt x="1374627" y="300940"/>
                  </a:lnTo>
                  <a:lnTo>
                    <a:pt x="1406595" y="300940"/>
                  </a:lnTo>
                  <a:lnTo>
                    <a:pt x="1406595" y="329601"/>
                  </a:lnTo>
                  <a:lnTo>
                    <a:pt x="1438563" y="329601"/>
                  </a:lnTo>
                  <a:lnTo>
                    <a:pt x="1438563" y="372593"/>
                  </a:lnTo>
                  <a:lnTo>
                    <a:pt x="1470531" y="372593"/>
                  </a:lnTo>
                  <a:lnTo>
                    <a:pt x="1470531" y="386923"/>
                  </a:lnTo>
                  <a:lnTo>
                    <a:pt x="1534467" y="386923"/>
                  </a:lnTo>
                  <a:lnTo>
                    <a:pt x="1534467" y="429915"/>
                  </a:lnTo>
                  <a:lnTo>
                    <a:pt x="1566435" y="429915"/>
                  </a:lnTo>
                  <a:lnTo>
                    <a:pt x="1566435" y="458576"/>
                  </a:lnTo>
                  <a:lnTo>
                    <a:pt x="1598403" y="458576"/>
                  </a:lnTo>
                  <a:lnTo>
                    <a:pt x="1598403" y="472906"/>
                  </a:lnTo>
                  <a:lnTo>
                    <a:pt x="1726276" y="472906"/>
                  </a:lnTo>
                  <a:lnTo>
                    <a:pt x="1726276" y="472906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3395717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7CAE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3395717" y="1815153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C08B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3395717" y="172917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F64B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3" name="rc12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743918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639361" y="0"/>
                  </a:lnTo>
                  <a:lnTo>
                    <a:pt x="639361" y="14330"/>
                  </a:lnTo>
                  <a:lnTo>
                    <a:pt x="831170" y="14330"/>
                  </a:lnTo>
                  <a:lnTo>
                    <a:pt x="831170" y="28661"/>
                  </a:lnTo>
                  <a:lnTo>
                    <a:pt x="895106" y="28661"/>
                  </a:lnTo>
                  <a:lnTo>
                    <a:pt x="895106" y="42991"/>
                  </a:lnTo>
                  <a:lnTo>
                    <a:pt x="927074" y="42991"/>
                  </a:lnTo>
                  <a:lnTo>
                    <a:pt x="927074" y="57322"/>
                  </a:lnTo>
                  <a:lnTo>
                    <a:pt x="959042" y="57322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14957"/>
                  </a:lnTo>
                  <a:lnTo>
                    <a:pt x="1086914" y="214957"/>
                  </a:lnTo>
                  <a:lnTo>
                    <a:pt x="1086914" y="243618"/>
                  </a:lnTo>
                  <a:lnTo>
                    <a:pt x="1118882" y="243618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46755" y="329601"/>
                  </a:lnTo>
                  <a:lnTo>
                    <a:pt x="1246755" y="343932"/>
                  </a:lnTo>
                  <a:lnTo>
                    <a:pt x="1310691" y="343932"/>
                  </a:lnTo>
                  <a:lnTo>
                    <a:pt x="1310691" y="372593"/>
                  </a:lnTo>
                  <a:lnTo>
                    <a:pt x="1406595" y="372593"/>
                  </a:lnTo>
                  <a:lnTo>
                    <a:pt x="1406595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743918" y="3140895"/>
              <a:ext cx="1726276" cy="429915"/>
            </a:xfrm>
            <a:custGeom>
              <a:avLst/>
              <a:pathLst>
                <a:path w="1726276" h="429915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895106" y="14330"/>
                  </a:lnTo>
                  <a:lnTo>
                    <a:pt x="895106" y="28661"/>
                  </a:lnTo>
                  <a:lnTo>
                    <a:pt x="927074" y="28661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57322"/>
                  </a:lnTo>
                  <a:lnTo>
                    <a:pt x="991010" y="57322"/>
                  </a:lnTo>
                  <a:lnTo>
                    <a:pt x="991010" y="71652"/>
                  </a:lnTo>
                  <a:lnTo>
                    <a:pt x="1054946" y="71652"/>
                  </a:lnTo>
                  <a:lnTo>
                    <a:pt x="1054946" y="100313"/>
                  </a:lnTo>
                  <a:lnTo>
                    <a:pt x="1086914" y="100313"/>
                  </a:lnTo>
                  <a:lnTo>
                    <a:pt x="1086914" y="114644"/>
                  </a:lnTo>
                  <a:lnTo>
                    <a:pt x="1118882" y="114644"/>
                  </a:lnTo>
                  <a:lnTo>
                    <a:pt x="1118882" y="186296"/>
                  </a:lnTo>
                  <a:lnTo>
                    <a:pt x="1150850" y="186296"/>
                  </a:lnTo>
                  <a:lnTo>
                    <a:pt x="1150850" y="214957"/>
                  </a:lnTo>
                  <a:lnTo>
                    <a:pt x="1182818" y="214957"/>
                  </a:lnTo>
                  <a:lnTo>
                    <a:pt x="1182818" y="243618"/>
                  </a:lnTo>
                  <a:lnTo>
                    <a:pt x="1214787" y="243618"/>
                  </a:lnTo>
                  <a:lnTo>
                    <a:pt x="1214787" y="286610"/>
                  </a:lnTo>
                  <a:lnTo>
                    <a:pt x="1246755" y="286610"/>
                  </a:lnTo>
                  <a:lnTo>
                    <a:pt x="1246755" y="300940"/>
                  </a:lnTo>
                  <a:lnTo>
                    <a:pt x="1278723" y="30094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29601"/>
                  </a:lnTo>
                  <a:lnTo>
                    <a:pt x="1374627" y="329601"/>
                  </a:lnTo>
                  <a:lnTo>
                    <a:pt x="1374627" y="343932"/>
                  </a:lnTo>
                  <a:lnTo>
                    <a:pt x="1438563" y="343932"/>
                  </a:lnTo>
                  <a:lnTo>
                    <a:pt x="1438563" y="386923"/>
                  </a:lnTo>
                  <a:lnTo>
                    <a:pt x="1534467" y="386923"/>
                  </a:lnTo>
                  <a:lnTo>
                    <a:pt x="1534467" y="401254"/>
                  </a:lnTo>
                  <a:lnTo>
                    <a:pt x="1566435" y="401254"/>
                  </a:lnTo>
                  <a:lnTo>
                    <a:pt x="1566435" y="429915"/>
                  </a:lnTo>
                  <a:lnTo>
                    <a:pt x="1726276" y="429915"/>
                  </a:lnTo>
                  <a:lnTo>
                    <a:pt x="1726276" y="429915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3918" y="3140895"/>
              <a:ext cx="1726276" cy="444245"/>
            </a:xfrm>
            <a:custGeom>
              <a:avLst/>
              <a:pathLst>
                <a:path w="1726276" h="444245">
                  <a:moveTo>
                    <a:pt x="0" y="0"/>
                  </a:moveTo>
                  <a:lnTo>
                    <a:pt x="703297" y="0"/>
                  </a:lnTo>
                  <a:lnTo>
                    <a:pt x="703297" y="14330"/>
                  </a:lnTo>
                  <a:lnTo>
                    <a:pt x="767233" y="14330"/>
                  </a:lnTo>
                  <a:lnTo>
                    <a:pt x="767233" y="28661"/>
                  </a:lnTo>
                  <a:lnTo>
                    <a:pt x="831170" y="28661"/>
                  </a:lnTo>
                  <a:lnTo>
                    <a:pt x="831170" y="42991"/>
                  </a:lnTo>
                  <a:lnTo>
                    <a:pt x="863138" y="42991"/>
                  </a:lnTo>
                  <a:lnTo>
                    <a:pt x="863138" y="71652"/>
                  </a:lnTo>
                  <a:lnTo>
                    <a:pt x="895106" y="71652"/>
                  </a:lnTo>
                  <a:lnTo>
                    <a:pt x="895106" y="85983"/>
                  </a:lnTo>
                  <a:lnTo>
                    <a:pt x="959042" y="85983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29288"/>
                  </a:lnTo>
                  <a:lnTo>
                    <a:pt x="1086914" y="229288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46755" y="415584"/>
                  </a:lnTo>
                  <a:lnTo>
                    <a:pt x="1246755" y="429915"/>
                  </a:lnTo>
                  <a:lnTo>
                    <a:pt x="1630372" y="429915"/>
                  </a:lnTo>
                  <a:lnTo>
                    <a:pt x="1630372" y="444245"/>
                  </a:lnTo>
                  <a:lnTo>
                    <a:pt x="1726276" y="444245"/>
                  </a:lnTo>
                  <a:lnTo>
                    <a:pt x="1726276" y="444245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7"/>
            <p:cNvSpPr/>
            <p:nvPr/>
          </p:nvSpPr>
          <p:spPr>
            <a:xfrm>
              <a:off x="3395717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B79F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95717" y="349697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A38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95717" y="351130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FC4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1" name="rc20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590730" y="1330101"/>
              <a:ext cx="1726276" cy="530228"/>
            </a:xfrm>
            <a:custGeom>
              <a:avLst/>
              <a:pathLst>
                <a:path w="1726276" h="530228">
                  <a:moveTo>
                    <a:pt x="0" y="0"/>
                  </a:moveTo>
                  <a:lnTo>
                    <a:pt x="0" y="0"/>
                  </a:lnTo>
                  <a:lnTo>
                    <a:pt x="0" y="14330"/>
                  </a:lnTo>
                  <a:lnTo>
                    <a:pt x="607393" y="14330"/>
                  </a:lnTo>
                  <a:lnTo>
                    <a:pt x="607393" y="28661"/>
                  </a:lnTo>
                  <a:lnTo>
                    <a:pt x="671329" y="28661"/>
                  </a:lnTo>
                  <a:lnTo>
                    <a:pt x="671329" y="42991"/>
                  </a:lnTo>
                  <a:lnTo>
                    <a:pt x="703297" y="42991"/>
                  </a:lnTo>
                  <a:lnTo>
                    <a:pt x="703297" y="57322"/>
                  </a:lnTo>
                  <a:lnTo>
                    <a:pt x="767233" y="57322"/>
                  </a:lnTo>
                  <a:lnTo>
                    <a:pt x="767233" y="71652"/>
                  </a:lnTo>
                  <a:lnTo>
                    <a:pt x="863138" y="71652"/>
                  </a:lnTo>
                  <a:lnTo>
                    <a:pt x="863138" y="100313"/>
                  </a:lnTo>
                  <a:lnTo>
                    <a:pt x="927074" y="100313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86296"/>
                  </a:lnTo>
                  <a:lnTo>
                    <a:pt x="991010" y="186296"/>
                  </a:lnTo>
                  <a:lnTo>
                    <a:pt x="991010" y="200627"/>
                  </a:lnTo>
                  <a:lnTo>
                    <a:pt x="1054946" y="200627"/>
                  </a:lnTo>
                  <a:lnTo>
                    <a:pt x="1054946" y="257949"/>
                  </a:lnTo>
                  <a:lnTo>
                    <a:pt x="1086914" y="257949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44245"/>
                  </a:lnTo>
                  <a:lnTo>
                    <a:pt x="1310691" y="444245"/>
                  </a:lnTo>
                  <a:lnTo>
                    <a:pt x="1310691" y="472906"/>
                  </a:lnTo>
                  <a:lnTo>
                    <a:pt x="1342659" y="472906"/>
                  </a:lnTo>
                  <a:lnTo>
                    <a:pt x="1342659" y="487237"/>
                  </a:lnTo>
                  <a:lnTo>
                    <a:pt x="1374627" y="487237"/>
                  </a:lnTo>
                  <a:lnTo>
                    <a:pt x="1374627" y="515898"/>
                  </a:lnTo>
                  <a:lnTo>
                    <a:pt x="1566435" y="515898"/>
                  </a:lnTo>
                  <a:lnTo>
                    <a:pt x="1566435" y="530228"/>
                  </a:lnTo>
                  <a:lnTo>
                    <a:pt x="1726276" y="530228"/>
                  </a:lnTo>
                  <a:lnTo>
                    <a:pt x="1726276" y="53022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590730" y="1330101"/>
              <a:ext cx="1726276" cy="515898"/>
            </a:xfrm>
            <a:custGeom>
              <a:avLst/>
              <a:pathLst>
                <a:path w="1726276" h="515898">
                  <a:moveTo>
                    <a:pt x="0" y="0"/>
                  </a:moveTo>
                  <a:lnTo>
                    <a:pt x="639361" y="0"/>
                  </a:lnTo>
                  <a:lnTo>
                    <a:pt x="639361" y="28661"/>
                  </a:lnTo>
                  <a:lnTo>
                    <a:pt x="767233" y="28661"/>
                  </a:lnTo>
                  <a:lnTo>
                    <a:pt x="767233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31170" y="57322"/>
                  </a:lnTo>
                  <a:lnTo>
                    <a:pt x="831170" y="114644"/>
                  </a:lnTo>
                  <a:lnTo>
                    <a:pt x="863138" y="114644"/>
                  </a:lnTo>
                  <a:lnTo>
                    <a:pt x="863138" y="171966"/>
                  </a:lnTo>
                  <a:lnTo>
                    <a:pt x="895106" y="171966"/>
                  </a:lnTo>
                  <a:lnTo>
                    <a:pt x="895106" y="200627"/>
                  </a:lnTo>
                  <a:lnTo>
                    <a:pt x="927074" y="200627"/>
                  </a:lnTo>
                  <a:lnTo>
                    <a:pt x="927074" y="257949"/>
                  </a:lnTo>
                  <a:lnTo>
                    <a:pt x="959042" y="257949"/>
                  </a:lnTo>
                  <a:lnTo>
                    <a:pt x="959042" y="315271"/>
                  </a:lnTo>
                  <a:lnTo>
                    <a:pt x="991010" y="315271"/>
                  </a:lnTo>
                  <a:lnTo>
                    <a:pt x="991010" y="358262"/>
                  </a:lnTo>
                  <a:lnTo>
                    <a:pt x="1022978" y="358262"/>
                  </a:lnTo>
                  <a:lnTo>
                    <a:pt x="1022978" y="372593"/>
                  </a:lnTo>
                  <a:lnTo>
                    <a:pt x="1054946" y="372593"/>
                  </a:lnTo>
                  <a:lnTo>
                    <a:pt x="1054946" y="401254"/>
                  </a:lnTo>
                  <a:lnTo>
                    <a:pt x="1086914" y="401254"/>
                  </a:lnTo>
                  <a:lnTo>
                    <a:pt x="1086914" y="415584"/>
                  </a:lnTo>
                  <a:lnTo>
                    <a:pt x="1118882" y="415584"/>
                  </a:lnTo>
                  <a:lnTo>
                    <a:pt x="1118882" y="444245"/>
                  </a:lnTo>
                  <a:lnTo>
                    <a:pt x="1150850" y="444245"/>
                  </a:lnTo>
                  <a:lnTo>
                    <a:pt x="1150850" y="458576"/>
                  </a:lnTo>
                  <a:lnTo>
                    <a:pt x="1182818" y="458576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278723" y="487237"/>
                  </a:lnTo>
                  <a:lnTo>
                    <a:pt x="1278723" y="501567"/>
                  </a:lnTo>
                  <a:lnTo>
                    <a:pt x="1374627" y="501567"/>
                  </a:lnTo>
                  <a:lnTo>
                    <a:pt x="1374627" y="515898"/>
                  </a:lnTo>
                  <a:lnTo>
                    <a:pt x="1726276" y="515898"/>
                  </a:lnTo>
                  <a:lnTo>
                    <a:pt x="1726276" y="51589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590730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127872" y="0"/>
                  </a:lnTo>
                  <a:lnTo>
                    <a:pt x="127872" y="14330"/>
                  </a:lnTo>
                  <a:lnTo>
                    <a:pt x="223776" y="14330"/>
                  </a:lnTo>
                  <a:lnTo>
                    <a:pt x="223776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63138" y="57322"/>
                  </a:lnTo>
                  <a:lnTo>
                    <a:pt x="863138" y="85983"/>
                  </a:lnTo>
                  <a:lnTo>
                    <a:pt x="895106" y="85983"/>
                  </a:lnTo>
                  <a:lnTo>
                    <a:pt x="895106" y="114644"/>
                  </a:lnTo>
                  <a:lnTo>
                    <a:pt x="927074" y="114644"/>
                  </a:lnTo>
                  <a:lnTo>
                    <a:pt x="927074" y="157635"/>
                  </a:lnTo>
                  <a:lnTo>
                    <a:pt x="959042" y="157635"/>
                  </a:lnTo>
                  <a:lnTo>
                    <a:pt x="959042" y="243618"/>
                  </a:lnTo>
                  <a:lnTo>
                    <a:pt x="991010" y="243618"/>
                  </a:lnTo>
                  <a:lnTo>
                    <a:pt x="991010" y="272279"/>
                  </a:lnTo>
                  <a:lnTo>
                    <a:pt x="1022978" y="272279"/>
                  </a:lnTo>
                  <a:lnTo>
                    <a:pt x="1022978" y="300940"/>
                  </a:lnTo>
                  <a:lnTo>
                    <a:pt x="1054946" y="300940"/>
                  </a:lnTo>
                  <a:lnTo>
                    <a:pt x="1054946" y="343932"/>
                  </a:lnTo>
                  <a:lnTo>
                    <a:pt x="1086914" y="343932"/>
                  </a:lnTo>
                  <a:lnTo>
                    <a:pt x="1086914" y="372593"/>
                  </a:lnTo>
                  <a:lnTo>
                    <a:pt x="1118882" y="372593"/>
                  </a:lnTo>
                  <a:lnTo>
                    <a:pt x="1118882" y="415584"/>
                  </a:lnTo>
                  <a:lnTo>
                    <a:pt x="1150850" y="415584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5242529" y="178649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242529" y="177216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DE8C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242529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C77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9" name="rc28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590730" y="3140895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27074" y="14330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114644"/>
                  </a:lnTo>
                  <a:lnTo>
                    <a:pt x="991010" y="114644"/>
                  </a:lnTo>
                  <a:lnTo>
                    <a:pt x="991010" y="186296"/>
                  </a:lnTo>
                  <a:lnTo>
                    <a:pt x="1022978" y="186296"/>
                  </a:lnTo>
                  <a:lnTo>
                    <a:pt x="1022978" y="243618"/>
                  </a:lnTo>
                  <a:lnTo>
                    <a:pt x="1054946" y="243618"/>
                  </a:lnTo>
                  <a:lnTo>
                    <a:pt x="1054946" y="257949"/>
                  </a:lnTo>
                  <a:lnTo>
                    <a:pt x="1118882" y="257949"/>
                  </a:lnTo>
                  <a:lnTo>
                    <a:pt x="1118882" y="300940"/>
                  </a:lnTo>
                  <a:lnTo>
                    <a:pt x="1150850" y="300940"/>
                  </a:lnTo>
                  <a:lnTo>
                    <a:pt x="1150850" y="358262"/>
                  </a:lnTo>
                  <a:lnTo>
                    <a:pt x="1182818" y="358262"/>
                  </a:lnTo>
                  <a:lnTo>
                    <a:pt x="1182818" y="372593"/>
                  </a:lnTo>
                  <a:lnTo>
                    <a:pt x="1214787" y="372593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29915"/>
                  </a:lnTo>
                  <a:lnTo>
                    <a:pt x="1438563" y="429915"/>
                  </a:lnTo>
                  <a:lnTo>
                    <a:pt x="1438563" y="458576"/>
                  </a:lnTo>
                  <a:lnTo>
                    <a:pt x="1470531" y="458576"/>
                  </a:lnTo>
                  <a:lnTo>
                    <a:pt x="1470531" y="472906"/>
                  </a:lnTo>
                  <a:lnTo>
                    <a:pt x="1502499" y="472906"/>
                  </a:lnTo>
                  <a:lnTo>
                    <a:pt x="1502499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590730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831170" y="0"/>
                  </a:lnTo>
                  <a:lnTo>
                    <a:pt x="831170" y="28661"/>
                  </a:lnTo>
                  <a:lnTo>
                    <a:pt x="863138" y="28661"/>
                  </a:lnTo>
                  <a:lnTo>
                    <a:pt x="863138" y="42991"/>
                  </a:lnTo>
                  <a:lnTo>
                    <a:pt x="927074" y="42991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200627"/>
                  </a:lnTo>
                  <a:lnTo>
                    <a:pt x="1118882" y="200627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43932"/>
                  </a:lnTo>
                  <a:lnTo>
                    <a:pt x="1246755" y="343932"/>
                  </a:lnTo>
                  <a:lnTo>
                    <a:pt x="1246755" y="358262"/>
                  </a:lnTo>
                  <a:lnTo>
                    <a:pt x="1502499" y="358262"/>
                  </a:lnTo>
                  <a:lnTo>
                    <a:pt x="1502499" y="372593"/>
                  </a:lnTo>
                  <a:lnTo>
                    <a:pt x="1630372" y="372593"/>
                  </a:lnTo>
                  <a:lnTo>
                    <a:pt x="1630372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590730" y="3140895"/>
              <a:ext cx="1726276" cy="487237"/>
            </a:xfrm>
            <a:custGeom>
              <a:avLst/>
              <a:pathLst>
                <a:path w="1726276" h="487237">
                  <a:moveTo>
                    <a:pt x="0" y="0"/>
                  </a:moveTo>
                  <a:lnTo>
                    <a:pt x="607393" y="0"/>
                  </a:lnTo>
                  <a:lnTo>
                    <a:pt x="607393" y="14330"/>
                  </a:lnTo>
                  <a:lnTo>
                    <a:pt x="671329" y="14330"/>
                  </a:lnTo>
                  <a:lnTo>
                    <a:pt x="671329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95106" y="57322"/>
                  </a:lnTo>
                  <a:lnTo>
                    <a:pt x="895106" y="71652"/>
                  </a:lnTo>
                  <a:lnTo>
                    <a:pt x="959042" y="71652"/>
                  </a:lnTo>
                  <a:lnTo>
                    <a:pt x="959042" y="85983"/>
                  </a:lnTo>
                  <a:lnTo>
                    <a:pt x="991010" y="85983"/>
                  </a:lnTo>
                  <a:lnTo>
                    <a:pt x="991010" y="157635"/>
                  </a:lnTo>
                  <a:lnTo>
                    <a:pt x="1054946" y="157635"/>
                  </a:lnTo>
                  <a:lnTo>
                    <a:pt x="1054946" y="171966"/>
                  </a:lnTo>
                  <a:lnTo>
                    <a:pt x="1086914" y="171966"/>
                  </a:lnTo>
                  <a:lnTo>
                    <a:pt x="1086914" y="214957"/>
                  </a:lnTo>
                  <a:lnTo>
                    <a:pt x="1118882" y="214957"/>
                  </a:lnTo>
                  <a:lnTo>
                    <a:pt x="1118882" y="286610"/>
                  </a:lnTo>
                  <a:lnTo>
                    <a:pt x="1150850" y="286610"/>
                  </a:lnTo>
                  <a:lnTo>
                    <a:pt x="1150850" y="315271"/>
                  </a:lnTo>
                  <a:lnTo>
                    <a:pt x="1182818" y="315271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72593"/>
                  </a:lnTo>
                  <a:lnTo>
                    <a:pt x="1246755" y="372593"/>
                  </a:lnTo>
                  <a:lnTo>
                    <a:pt x="1246755" y="429915"/>
                  </a:lnTo>
                  <a:lnTo>
                    <a:pt x="1278723" y="429915"/>
                  </a:lnTo>
                  <a:lnTo>
                    <a:pt x="1278723" y="444245"/>
                  </a:lnTo>
                  <a:lnTo>
                    <a:pt x="1342659" y="444245"/>
                  </a:lnTo>
                  <a:lnTo>
                    <a:pt x="1342659" y="458576"/>
                  </a:lnTo>
                  <a:lnTo>
                    <a:pt x="1534467" y="458576"/>
                  </a:lnTo>
                  <a:lnTo>
                    <a:pt x="1534467" y="472906"/>
                  </a:lnTo>
                  <a:lnTo>
                    <a:pt x="1726276" y="472906"/>
                  </a:lnTo>
                  <a:lnTo>
                    <a:pt x="1726276" y="487237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3"/>
            <p:cNvSpPr/>
            <p:nvPr/>
          </p:nvSpPr>
          <p:spPr>
            <a:xfrm>
              <a:off x="5242529" y="356862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4F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242529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619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5242529" y="355429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564E3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7" name="rc36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1743918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2570920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40" name="rc39"/>
            <p:cNvSpPr/>
            <p:nvPr/>
          </p:nvSpPr>
          <p:spPr>
            <a:xfrm>
              <a:off x="3590730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4410874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42" name="rc41"/>
            <p:cNvSpPr/>
            <p:nvPr/>
          </p:nvSpPr>
          <p:spPr>
            <a:xfrm>
              <a:off x="1743918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2568039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3590730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415720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1743918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74391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193572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12753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31934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51115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70296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289476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308657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327838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347019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tx56"/>
            <p:cNvSpPr/>
            <p:nvPr/>
          </p:nvSpPr>
          <p:spPr>
            <a:xfrm>
              <a:off x="1697101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888909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203390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222570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241751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260932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80113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299294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18475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37656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67" name="pl66"/>
            <p:cNvSpPr/>
            <p:nvPr/>
          </p:nvSpPr>
          <p:spPr>
            <a:xfrm>
              <a:off x="3590730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359073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378253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397434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416615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435796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454977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474158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493339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512519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531700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7"/>
            <p:cNvSpPr/>
            <p:nvPr/>
          </p:nvSpPr>
          <p:spPr>
            <a:xfrm>
              <a:off x="3543913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3735722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38807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407252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426433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4456138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464794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483975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503156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522337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88" name="pl87"/>
            <p:cNvSpPr/>
            <p:nvPr/>
          </p:nvSpPr>
          <p:spPr>
            <a:xfrm>
              <a:off x="1743918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1430669" y="2709476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1337035" y="256617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1337035" y="242286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1337035" y="227956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1337035" y="213625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1337035" y="199295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1337035" y="184964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337035" y="170634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337035" y="156303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337035" y="141973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243400" y="1276425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00" name="pl99"/>
            <p:cNvSpPr/>
            <p:nvPr/>
          </p:nvSpPr>
          <p:spPr>
            <a:xfrm>
              <a:off x="1699634" y="276315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99634" y="261984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699634" y="24765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699634" y="233323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699634" y="218993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699634" y="204662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699634" y="190332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699634" y="17600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699634" y="161671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699634" y="14734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699634" y="133010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743918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>
              <a:off x="1430669" y="4520270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337035" y="437696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1337035" y="423365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115" name="tx114"/>
            <p:cNvSpPr/>
            <p:nvPr/>
          </p:nvSpPr>
          <p:spPr>
            <a:xfrm>
              <a:off x="1337035" y="409035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337035" y="394704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117" name="tx116"/>
            <p:cNvSpPr/>
            <p:nvPr/>
          </p:nvSpPr>
          <p:spPr>
            <a:xfrm>
              <a:off x="1337035" y="380374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337035" y="366043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119" name="tx118"/>
            <p:cNvSpPr/>
            <p:nvPr/>
          </p:nvSpPr>
          <p:spPr>
            <a:xfrm>
              <a:off x="1337035" y="351713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337035" y="337382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1337035" y="323052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1243400" y="3087219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23" name="pl122"/>
            <p:cNvSpPr/>
            <p:nvPr/>
          </p:nvSpPr>
          <p:spPr>
            <a:xfrm>
              <a:off x="1699634" y="45739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3"/>
            <p:cNvSpPr/>
            <p:nvPr/>
          </p:nvSpPr>
          <p:spPr>
            <a:xfrm>
              <a:off x="1699634" y="443064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1699634" y="428733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1699634" y="414403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1699634" y="400072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1699634" y="385742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8"/>
            <p:cNvSpPr/>
            <p:nvPr/>
          </p:nvSpPr>
          <p:spPr>
            <a:xfrm>
              <a:off x="1699634" y="371411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29"/>
            <p:cNvSpPr/>
            <p:nvPr/>
          </p:nvSpPr>
          <p:spPr>
            <a:xfrm>
              <a:off x="1699634" y="357081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0"/>
            <p:cNvSpPr/>
            <p:nvPr/>
          </p:nvSpPr>
          <p:spPr>
            <a:xfrm>
              <a:off x="1699634" y="342750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1"/>
            <p:cNvSpPr/>
            <p:nvPr/>
          </p:nvSpPr>
          <p:spPr>
            <a:xfrm>
              <a:off x="1699634" y="328420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2"/>
            <p:cNvSpPr/>
            <p:nvPr/>
          </p:nvSpPr>
          <p:spPr>
            <a:xfrm>
              <a:off x="1699634" y="314089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3371613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135" name="tx134"/>
            <p:cNvSpPr/>
            <p:nvPr/>
          </p:nvSpPr>
          <p:spPr>
            <a:xfrm rot="-5400000">
              <a:off x="130228" y="2883318"/>
              <a:ext cx="1874245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136" name="rc135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5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7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tx148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153" name="tx152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154" name="tx153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155" name="tx154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156" name="tx155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157" name="tx156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158" name="tx157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159" name="tx158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160" name="tx159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2026-07-05T21:27:45Z</dcterms:modified>
  <cp:category/>
</cp:coreProperties>
</file>