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19" cy="4206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43918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743918" y="1330101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959042" y="14330"/>
                  </a:lnTo>
                  <a:lnTo>
                    <a:pt x="959042" y="28661"/>
                  </a:lnTo>
                  <a:lnTo>
                    <a:pt x="991010" y="28661"/>
                  </a:lnTo>
                  <a:lnTo>
                    <a:pt x="991010" y="42991"/>
                  </a:lnTo>
                  <a:lnTo>
                    <a:pt x="1022978" y="42991"/>
                  </a:lnTo>
                  <a:lnTo>
                    <a:pt x="1022978" y="57322"/>
                  </a:lnTo>
                  <a:lnTo>
                    <a:pt x="1054946" y="57322"/>
                  </a:lnTo>
                  <a:lnTo>
                    <a:pt x="1054946" y="71652"/>
                  </a:lnTo>
                  <a:lnTo>
                    <a:pt x="1086914" y="71652"/>
                  </a:lnTo>
                  <a:lnTo>
                    <a:pt x="1086914" y="85983"/>
                  </a:lnTo>
                  <a:lnTo>
                    <a:pt x="1118882" y="85983"/>
                  </a:lnTo>
                  <a:lnTo>
                    <a:pt x="1118882" y="100313"/>
                  </a:lnTo>
                  <a:lnTo>
                    <a:pt x="1150850" y="100313"/>
                  </a:lnTo>
                  <a:lnTo>
                    <a:pt x="1150850" y="157635"/>
                  </a:lnTo>
                  <a:lnTo>
                    <a:pt x="1182818" y="157635"/>
                  </a:lnTo>
                  <a:lnTo>
                    <a:pt x="1182818" y="214957"/>
                  </a:lnTo>
                  <a:lnTo>
                    <a:pt x="1214787" y="214957"/>
                  </a:lnTo>
                  <a:lnTo>
                    <a:pt x="1214787" y="243618"/>
                  </a:lnTo>
                  <a:lnTo>
                    <a:pt x="1246755" y="243618"/>
                  </a:lnTo>
                  <a:lnTo>
                    <a:pt x="1246755" y="286610"/>
                  </a:lnTo>
                  <a:lnTo>
                    <a:pt x="1278723" y="286610"/>
                  </a:lnTo>
                  <a:lnTo>
                    <a:pt x="1278723" y="315271"/>
                  </a:lnTo>
                  <a:lnTo>
                    <a:pt x="1310691" y="315271"/>
                  </a:lnTo>
                  <a:lnTo>
                    <a:pt x="1310691" y="343932"/>
                  </a:lnTo>
                  <a:lnTo>
                    <a:pt x="1374627" y="343932"/>
                  </a:lnTo>
                  <a:lnTo>
                    <a:pt x="1374627" y="358262"/>
                  </a:lnTo>
                  <a:lnTo>
                    <a:pt x="1438563" y="358262"/>
                  </a:lnTo>
                  <a:lnTo>
                    <a:pt x="1438563" y="401254"/>
                  </a:lnTo>
                  <a:lnTo>
                    <a:pt x="1502499" y="401254"/>
                  </a:lnTo>
                  <a:lnTo>
                    <a:pt x="1502499" y="444245"/>
                  </a:lnTo>
                  <a:lnTo>
                    <a:pt x="1534467" y="444245"/>
                  </a:lnTo>
                  <a:lnTo>
                    <a:pt x="1534467" y="472906"/>
                  </a:lnTo>
                  <a:lnTo>
                    <a:pt x="1566435" y="472906"/>
                  </a:lnTo>
                  <a:lnTo>
                    <a:pt x="1566435" y="487237"/>
                  </a:lnTo>
                  <a:lnTo>
                    <a:pt x="1598403" y="487237"/>
                  </a:lnTo>
                  <a:lnTo>
                    <a:pt x="1598403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743918" y="1330101"/>
              <a:ext cx="1726276" cy="558889"/>
            </a:xfrm>
            <a:custGeom>
              <a:avLst/>
              <a:pathLst>
                <a:path w="1726276" h="558889">
                  <a:moveTo>
                    <a:pt x="0" y="0"/>
                  </a:moveTo>
                  <a:lnTo>
                    <a:pt x="831170" y="0"/>
                  </a:lnTo>
                  <a:lnTo>
                    <a:pt x="831170" y="14330"/>
                  </a:lnTo>
                  <a:lnTo>
                    <a:pt x="863138" y="14330"/>
                  </a:lnTo>
                  <a:lnTo>
                    <a:pt x="863138" y="42991"/>
                  </a:lnTo>
                  <a:lnTo>
                    <a:pt x="959042" y="42991"/>
                  </a:lnTo>
                  <a:lnTo>
                    <a:pt x="959042" y="71652"/>
                  </a:lnTo>
                  <a:lnTo>
                    <a:pt x="991010" y="71652"/>
                  </a:lnTo>
                  <a:lnTo>
                    <a:pt x="991010" y="100313"/>
                  </a:lnTo>
                  <a:lnTo>
                    <a:pt x="1022978" y="100313"/>
                  </a:lnTo>
                  <a:lnTo>
                    <a:pt x="1022978" y="186296"/>
                  </a:lnTo>
                  <a:lnTo>
                    <a:pt x="1054946" y="186296"/>
                  </a:lnTo>
                  <a:lnTo>
                    <a:pt x="1054946" y="243618"/>
                  </a:lnTo>
                  <a:lnTo>
                    <a:pt x="1086914" y="243618"/>
                  </a:lnTo>
                  <a:lnTo>
                    <a:pt x="1086914" y="286610"/>
                  </a:lnTo>
                  <a:lnTo>
                    <a:pt x="1118882" y="286610"/>
                  </a:lnTo>
                  <a:lnTo>
                    <a:pt x="1118882" y="358262"/>
                  </a:lnTo>
                  <a:lnTo>
                    <a:pt x="1150850" y="358262"/>
                  </a:lnTo>
                  <a:lnTo>
                    <a:pt x="1150850" y="429915"/>
                  </a:lnTo>
                  <a:lnTo>
                    <a:pt x="1182818" y="429915"/>
                  </a:lnTo>
                  <a:lnTo>
                    <a:pt x="1182818" y="458576"/>
                  </a:lnTo>
                  <a:lnTo>
                    <a:pt x="1214787" y="458576"/>
                  </a:lnTo>
                  <a:lnTo>
                    <a:pt x="1214787" y="472906"/>
                  </a:lnTo>
                  <a:lnTo>
                    <a:pt x="1246755" y="472906"/>
                  </a:lnTo>
                  <a:lnTo>
                    <a:pt x="1246755" y="487237"/>
                  </a:lnTo>
                  <a:lnTo>
                    <a:pt x="1278723" y="487237"/>
                  </a:lnTo>
                  <a:lnTo>
                    <a:pt x="1278723" y="515898"/>
                  </a:lnTo>
                  <a:lnTo>
                    <a:pt x="1502499" y="515898"/>
                  </a:lnTo>
                  <a:lnTo>
                    <a:pt x="1502499" y="530228"/>
                  </a:lnTo>
                  <a:lnTo>
                    <a:pt x="1534467" y="530228"/>
                  </a:lnTo>
                  <a:lnTo>
                    <a:pt x="1534467" y="544559"/>
                  </a:lnTo>
                  <a:lnTo>
                    <a:pt x="1726276" y="544559"/>
                  </a:lnTo>
                  <a:lnTo>
                    <a:pt x="1726276" y="558889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743918" y="1330101"/>
              <a:ext cx="1726276" cy="472906"/>
            </a:xfrm>
            <a:custGeom>
              <a:avLst/>
              <a:pathLst>
                <a:path w="1726276" h="472906">
                  <a:moveTo>
                    <a:pt x="0" y="0"/>
                  </a:moveTo>
                  <a:lnTo>
                    <a:pt x="735265" y="0"/>
                  </a:lnTo>
                  <a:lnTo>
                    <a:pt x="735265" y="14330"/>
                  </a:lnTo>
                  <a:lnTo>
                    <a:pt x="831170" y="14330"/>
                  </a:lnTo>
                  <a:lnTo>
                    <a:pt x="831170" y="71652"/>
                  </a:lnTo>
                  <a:lnTo>
                    <a:pt x="863138" y="71652"/>
                  </a:lnTo>
                  <a:lnTo>
                    <a:pt x="863138" y="85983"/>
                  </a:lnTo>
                  <a:lnTo>
                    <a:pt x="927074" y="85983"/>
                  </a:lnTo>
                  <a:lnTo>
                    <a:pt x="927074" y="100313"/>
                  </a:lnTo>
                  <a:lnTo>
                    <a:pt x="991010" y="100313"/>
                  </a:lnTo>
                  <a:lnTo>
                    <a:pt x="991010" y="114644"/>
                  </a:lnTo>
                  <a:lnTo>
                    <a:pt x="1022978" y="114644"/>
                  </a:lnTo>
                  <a:lnTo>
                    <a:pt x="1022978" y="128974"/>
                  </a:lnTo>
                  <a:lnTo>
                    <a:pt x="1054946" y="128974"/>
                  </a:lnTo>
                  <a:lnTo>
                    <a:pt x="1054946" y="143305"/>
                  </a:lnTo>
                  <a:lnTo>
                    <a:pt x="1086914" y="143305"/>
                  </a:lnTo>
                  <a:lnTo>
                    <a:pt x="1086914" y="171966"/>
                  </a:lnTo>
                  <a:lnTo>
                    <a:pt x="1118882" y="171966"/>
                  </a:lnTo>
                  <a:lnTo>
                    <a:pt x="1118882" y="200627"/>
                  </a:lnTo>
                  <a:lnTo>
                    <a:pt x="1150850" y="200627"/>
                  </a:lnTo>
                  <a:lnTo>
                    <a:pt x="1150850" y="229288"/>
                  </a:lnTo>
                  <a:lnTo>
                    <a:pt x="1182818" y="229288"/>
                  </a:lnTo>
                  <a:lnTo>
                    <a:pt x="1182818" y="257949"/>
                  </a:lnTo>
                  <a:lnTo>
                    <a:pt x="1278723" y="257949"/>
                  </a:lnTo>
                  <a:lnTo>
                    <a:pt x="1278723" y="286610"/>
                  </a:lnTo>
                  <a:lnTo>
                    <a:pt x="1374627" y="286610"/>
                  </a:lnTo>
                  <a:lnTo>
                    <a:pt x="1374627" y="300940"/>
                  </a:lnTo>
                  <a:lnTo>
                    <a:pt x="1406595" y="300940"/>
                  </a:lnTo>
                  <a:lnTo>
                    <a:pt x="1406595" y="329601"/>
                  </a:lnTo>
                  <a:lnTo>
                    <a:pt x="1438563" y="329601"/>
                  </a:lnTo>
                  <a:lnTo>
                    <a:pt x="1438563" y="372593"/>
                  </a:lnTo>
                  <a:lnTo>
                    <a:pt x="1470531" y="372593"/>
                  </a:lnTo>
                  <a:lnTo>
                    <a:pt x="1470531" y="386923"/>
                  </a:lnTo>
                  <a:lnTo>
                    <a:pt x="1534467" y="386923"/>
                  </a:lnTo>
                  <a:lnTo>
                    <a:pt x="1534467" y="429915"/>
                  </a:lnTo>
                  <a:lnTo>
                    <a:pt x="1566435" y="429915"/>
                  </a:lnTo>
                  <a:lnTo>
                    <a:pt x="1566435" y="458576"/>
                  </a:lnTo>
                  <a:lnTo>
                    <a:pt x="1598403" y="458576"/>
                  </a:lnTo>
                  <a:lnTo>
                    <a:pt x="1598403" y="472906"/>
                  </a:lnTo>
                  <a:lnTo>
                    <a:pt x="1726276" y="472906"/>
                  </a:lnTo>
                  <a:lnTo>
                    <a:pt x="1726276" y="472906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3395717" y="175783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7CAE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3395717" y="1815153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C08B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3395717" y="172917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F64B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3" name="rc12"/>
            <p:cNvSpPr/>
            <p:nvPr/>
          </p:nvSpPr>
          <p:spPr>
            <a:xfrm>
              <a:off x="1743918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1743918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743918" y="3140895"/>
              <a:ext cx="1726276" cy="386923"/>
            </a:xfrm>
            <a:custGeom>
              <a:avLst/>
              <a:pathLst>
                <a:path w="1726276" h="386923">
                  <a:moveTo>
                    <a:pt x="0" y="0"/>
                  </a:moveTo>
                  <a:lnTo>
                    <a:pt x="639361" y="0"/>
                  </a:lnTo>
                  <a:lnTo>
                    <a:pt x="639361" y="14330"/>
                  </a:lnTo>
                  <a:lnTo>
                    <a:pt x="831170" y="14330"/>
                  </a:lnTo>
                  <a:lnTo>
                    <a:pt x="831170" y="28661"/>
                  </a:lnTo>
                  <a:lnTo>
                    <a:pt x="895106" y="28661"/>
                  </a:lnTo>
                  <a:lnTo>
                    <a:pt x="895106" y="42991"/>
                  </a:lnTo>
                  <a:lnTo>
                    <a:pt x="927074" y="42991"/>
                  </a:lnTo>
                  <a:lnTo>
                    <a:pt x="927074" y="57322"/>
                  </a:lnTo>
                  <a:lnTo>
                    <a:pt x="959042" y="57322"/>
                  </a:lnTo>
                  <a:lnTo>
                    <a:pt x="959042" y="100313"/>
                  </a:lnTo>
                  <a:lnTo>
                    <a:pt x="991010" y="100313"/>
                  </a:lnTo>
                  <a:lnTo>
                    <a:pt x="991010" y="143305"/>
                  </a:lnTo>
                  <a:lnTo>
                    <a:pt x="1022978" y="143305"/>
                  </a:lnTo>
                  <a:lnTo>
                    <a:pt x="1022978" y="157635"/>
                  </a:lnTo>
                  <a:lnTo>
                    <a:pt x="1054946" y="157635"/>
                  </a:lnTo>
                  <a:lnTo>
                    <a:pt x="1054946" y="214957"/>
                  </a:lnTo>
                  <a:lnTo>
                    <a:pt x="1086914" y="214957"/>
                  </a:lnTo>
                  <a:lnTo>
                    <a:pt x="1086914" y="243618"/>
                  </a:lnTo>
                  <a:lnTo>
                    <a:pt x="1118882" y="243618"/>
                  </a:lnTo>
                  <a:lnTo>
                    <a:pt x="1118882" y="272279"/>
                  </a:lnTo>
                  <a:lnTo>
                    <a:pt x="1150850" y="272279"/>
                  </a:lnTo>
                  <a:lnTo>
                    <a:pt x="1150850" y="300940"/>
                  </a:lnTo>
                  <a:lnTo>
                    <a:pt x="1182818" y="300940"/>
                  </a:lnTo>
                  <a:lnTo>
                    <a:pt x="1182818" y="329601"/>
                  </a:lnTo>
                  <a:lnTo>
                    <a:pt x="1246755" y="329601"/>
                  </a:lnTo>
                  <a:lnTo>
                    <a:pt x="1246755" y="343932"/>
                  </a:lnTo>
                  <a:lnTo>
                    <a:pt x="1310691" y="343932"/>
                  </a:lnTo>
                  <a:lnTo>
                    <a:pt x="1310691" y="372593"/>
                  </a:lnTo>
                  <a:lnTo>
                    <a:pt x="1406595" y="372593"/>
                  </a:lnTo>
                  <a:lnTo>
                    <a:pt x="1406595" y="386923"/>
                  </a:lnTo>
                  <a:lnTo>
                    <a:pt x="1726276" y="386923"/>
                  </a:lnTo>
                  <a:lnTo>
                    <a:pt x="1726276" y="386923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743918" y="3140895"/>
              <a:ext cx="1726276" cy="429915"/>
            </a:xfrm>
            <a:custGeom>
              <a:avLst/>
              <a:pathLst>
                <a:path w="1726276" h="429915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895106" y="14330"/>
                  </a:lnTo>
                  <a:lnTo>
                    <a:pt x="895106" y="28661"/>
                  </a:lnTo>
                  <a:lnTo>
                    <a:pt x="927074" y="28661"/>
                  </a:lnTo>
                  <a:lnTo>
                    <a:pt x="927074" y="42991"/>
                  </a:lnTo>
                  <a:lnTo>
                    <a:pt x="959042" y="42991"/>
                  </a:lnTo>
                  <a:lnTo>
                    <a:pt x="959042" y="57322"/>
                  </a:lnTo>
                  <a:lnTo>
                    <a:pt x="991010" y="57322"/>
                  </a:lnTo>
                  <a:lnTo>
                    <a:pt x="991010" y="71652"/>
                  </a:lnTo>
                  <a:lnTo>
                    <a:pt x="1054946" y="71652"/>
                  </a:lnTo>
                  <a:lnTo>
                    <a:pt x="1054946" y="100313"/>
                  </a:lnTo>
                  <a:lnTo>
                    <a:pt x="1086914" y="100313"/>
                  </a:lnTo>
                  <a:lnTo>
                    <a:pt x="1086914" y="114644"/>
                  </a:lnTo>
                  <a:lnTo>
                    <a:pt x="1118882" y="114644"/>
                  </a:lnTo>
                  <a:lnTo>
                    <a:pt x="1118882" y="186296"/>
                  </a:lnTo>
                  <a:lnTo>
                    <a:pt x="1150850" y="186296"/>
                  </a:lnTo>
                  <a:lnTo>
                    <a:pt x="1150850" y="214957"/>
                  </a:lnTo>
                  <a:lnTo>
                    <a:pt x="1182818" y="214957"/>
                  </a:lnTo>
                  <a:lnTo>
                    <a:pt x="1182818" y="243618"/>
                  </a:lnTo>
                  <a:lnTo>
                    <a:pt x="1214787" y="243618"/>
                  </a:lnTo>
                  <a:lnTo>
                    <a:pt x="1214787" y="286610"/>
                  </a:lnTo>
                  <a:lnTo>
                    <a:pt x="1246755" y="286610"/>
                  </a:lnTo>
                  <a:lnTo>
                    <a:pt x="1246755" y="300940"/>
                  </a:lnTo>
                  <a:lnTo>
                    <a:pt x="1278723" y="300940"/>
                  </a:lnTo>
                  <a:lnTo>
                    <a:pt x="1278723" y="315271"/>
                  </a:lnTo>
                  <a:lnTo>
                    <a:pt x="1310691" y="315271"/>
                  </a:lnTo>
                  <a:lnTo>
                    <a:pt x="1310691" y="329601"/>
                  </a:lnTo>
                  <a:lnTo>
                    <a:pt x="1374627" y="329601"/>
                  </a:lnTo>
                  <a:lnTo>
                    <a:pt x="1374627" y="343932"/>
                  </a:lnTo>
                  <a:lnTo>
                    <a:pt x="1438563" y="343932"/>
                  </a:lnTo>
                  <a:lnTo>
                    <a:pt x="1438563" y="386923"/>
                  </a:lnTo>
                  <a:lnTo>
                    <a:pt x="1534467" y="386923"/>
                  </a:lnTo>
                  <a:lnTo>
                    <a:pt x="1534467" y="401254"/>
                  </a:lnTo>
                  <a:lnTo>
                    <a:pt x="1566435" y="401254"/>
                  </a:lnTo>
                  <a:lnTo>
                    <a:pt x="1566435" y="429915"/>
                  </a:lnTo>
                  <a:lnTo>
                    <a:pt x="1726276" y="429915"/>
                  </a:lnTo>
                  <a:lnTo>
                    <a:pt x="1726276" y="429915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743918" y="3140895"/>
              <a:ext cx="1726276" cy="444245"/>
            </a:xfrm>
            <a:custGeom>
              <a:avLst/>
              <a:pathLst>
                <a:path w="1726276" h="444245">
                  <a:moveTo>
                    <a:pt x="0" y="0"/>
                  </a:moveTo>
                  <a:lnTo>
                    <a:pt x="703297" y="0"/>
                  </a:lnTo>
                  <a:lnTo>
                    <a:pt x="703297" y="14330"/>
                  </a:lnTo>
                  <a:lnTo>
                    <a:pt x="767233" y="14330"/>
                  </a:lnTo>
                  <a:lnTo>
                    <a:pt x="767233" y="28661"/>
                  </a:lnTo>
                  <a:lnTo>
                    <a:pt x="831170" y="28661"/>
                  </a:lnTo>
                  <a:lnTo>
                    <a:pt x="831170" y="42991"/>
                  </a:lnTo>
                  <a:lnTo>
                    <a:pt x="863138" y="42991"/>
                  </a:lnTo>
                  <a:lnTo>
                    <a:pt x="863138" y="71652"/>
                  </a:lnTo>
                  <a:lnTo>
                    <a:pt x="895106" y="71652"/>
                  </a:lnTo>
                  <a:lnTo>
                    <a:pt x="895106" y="85983"/>
                  </a:lnTo>
                  <a:lnTo>
                    <a:pt x="959042" y="85983"/>
                  </a:lnTo>
                  <a:lnTo>
                    <a:pt x="959042" y="100313"/>
                  </a:lnTo>
                  <a:lnTo>
                    <a:pt x="991010" y="100313"/>
                  </a:lnTo>
                  <a:lnTo>
                    <a:pt x="991010" y="143305"/>
                  </a:lnTo>
                  <a:lnTo>
                    <a:pt x="1022978" y="143305"/>
                  </a:lnTo>
                  <a:lnTo>
                    <a:pt x="1022978" y="157635"/>
                  </a:lnTo>
                  <a:lnTo>
                    <a:pt x="1054946" y="157635"/>
                  </a:lnTo>
                  <a:lnTo>
                    <a:pt x="1054946" y="229288"/>
                  </a:lnTo>
                  <a:lnTo>
                    <a:pt x="1086914" y="229288"/>
                  </a:lnTo>
                  <a:lnTo>
                    <a:pt x="1086914" y="300940"/>
                  </a:lnTo>
                  <a:lnTo>
                    <a:pt x="1118882" y="300940"/>
                  </a:lnTo>
                  <a:lnTo>
                    <a:pt x="1118882" y="343932"/>
                  </a:lnTo>
                  <a:lnTo>
                    <a:pt x="1150850" y="343932"/>
                  </a:lnTo>
                  <a:lnTo>
                    <a:pt x="1150850" y="372593"/>
                  </a:lnTo>
                  <a:lnTo>
                    <a:pt x="1182818" y="372593"/>
                  </a:lnTo>
                  <a:lnTo>
                    <a:pt x="1182818" y="401254"/>
                  </a:lnTo>
                  <a:lnTo>
                    <a:pt x="1214787" y="401254"/>
                  </a:lnTo>
                  <a:lnTo>
                    <a:pt x="1214787" y="415584"/>
                  </a:lnTo>
                  <a:lnTo>
                    <a:pt x="1246755" y="415584"/>
                  </a:lnTo>
                  <a:lnTo>
                    <a:pt x="1246755" y="429915"/>
                  </a:lnTo>
                  <a:lnTo>
                    <a:pt x="1630372" y="429915"/>
                  </a:lnTo>
                  <a:lnTo>
                    <a:pt x="1630372" y="444245"/>
                  </a:lnTo>
                  <a:lnTo>
                    <a:pt x="1726276" y="444245"/>
                  </a:lnTo>
                  <a:lnTo>
                    <a:pt x="1726276" y="444245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7"/>
            <p:cNvSpPr/>
            <p:nvPr/>
          </p:nvSpPr>
          <p:spPr>
            <a:xfrm>
              <a:off x="3395717" y="345398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B79F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95717" y="349697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A38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395717" y="351130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FC4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1" name="rc20"/>
            <p:cNvSpPr/>
            <p:nvPr/>
          </p:nvSpPr>
          <p:spPr>
            <a:xfrm>
              <a:off x="1743918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3590730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590730" y="1330101"/>
              <a:ext cx="1726276" cy="530228"/>
            </a:xfrm>
            <a:custGeom>
              <a:avLst/>
              <a:pathLst>
                <a:path w="1726276" h="530228">
                  <a:moveTo>
                    <a:pt x="0" y="0"/>
                  </a:moveTo>
                  <a:lnTo>
                    <a:pt x="0" y="0"/>
                  </a:lnTo>
                  <a:lnTo>
                    <a:pt x="0" y="14330"/>
                  </a:lnTo>
                  <a:lnTo>
                    <a:pt x="607393" y="14330"/>
                  </a:lnTo>
                  <a:lnTo>
                    <a:pt x="607393" y="28661"/>
                  </a:lnTo>
                  <a:lnTo>
                    <a:pt x="671329" y="28661"/>
                  </a:lnTo>
                  <a:lnTo>
                    <a:pt x="671329" y="42991"/>
                  </a:lnTo>
                  <a:lnTo>
                    <a:pt x="703297" y="42991"/>
                  </a:lnTo>
                  <a:lnTo>
                    <a:pt x="703297" y="57322"/>
                  </a:lnTo>
                  <a:lnTo>
                    <a:pt x="767233" y="57322"/>
                  </a:lnTo>
                  <a:lnTo>
                    <a:pt x="767233" y="71652"/>
                  </a:lnTo>
                  <a:lnTo>
                    <a:pt x="863138" y="71652"/>
                  </a:lnTo>
                  <a:lnTo>
                    <a:pt x="863138" y="100313"/>
                  </a:lnTo>
                  <a:lnTo>
                    <a:pt x="927074" y="100313"/>
                  </a:lnTo>
                  <a:lnTo>
                    <a:pt x="927074" y="114644"/>
                  </a:lnTo>
                  <a:lnTo>
                    <a:pt x="959042" y="114644"/>
                  </a:lnTo>
                  <a:lnTo>
                    <a:pt x="959042" y="186296"/>
                  </a:lnTo>
                  <a:lnTo>
                    <a:pt x="991010" y="186296"/>
                  </a:lnTo>
                  <a:lnTo>
                    <a:pt x="991010" y="200627"/>
                  </a:lnTo>
                  <a:lnTo>
                    <a:pt x="1054946" y="200627"/>
                  </a:lnTo>
                  <a:lnTo>
                    <a:pt x="1054946" y="257949"/>
                  </a:lnTo>
                  <a:lnTo>
                    <a:pt x="1086914" y="257949"/>
                  </a:lnTo>
                  <a:lnTo>
                    <a:pt x="1086914" y="300940"/>
                  </a:lnTo>
                  <a:lnTo>
                    <a:pt x="1118882" y="300940"/>
                  </a:lnTo>
                  <a:lnTo>
                    <a:pt x="1118882" y="343932"/>
                  </a:lnTo>
                  <a:lnTo>
                    <a:pt x="1150850" y="343932"/>
                  </a:lnTo>
                  <a:lnTo>
                    <a:pt x="1150850" y="372593"/>
                  </a:lnTo>
                  <a:lnTo>
                    <a:pt x="1182818" y="372593"/>
                  </a:lnTo>
                  <a:lnTo>
                    <a:pt x="1182818" y="401254"/>
                  </a:lnTo>
                  <a:lnTo>
                    <a:pt x="1214787" y="401254"/>
                  </a:lnTo>
                  <a:lnTo>
                    <a:pt x="1214787" y="415584"/>
                  </a:lnTo>
                  <a:lnTo>
                    <a:pt x="1278723" y="415584"/>
                  </a:lnTo>
                  <a:lnTo>
                    <a:pt x="1278723" y="444245"/>
                  </a:lnTo>
                  <a:lnTo>
                    <a:pt x="1310691" y="444245"/>
                  </a:lnTo>
                  <a:lnTo>
                    <a:pt x="1310691" y="472906"/>
                  </a:lnTo>
                  <a:lnTo>
                    <a:pt x="1342659" y="472906"/>
                  </a:lnTo>
                  <a:lnTo>
                    <a:pt x="1342659" y="487237"/>
                  </a:lnTo>
                  <a:lnTo>
                    <a:pt x="1374627" y="487237"/>
                  </a:lnTo>
                  <a:lnTo>
                    <a:pt x="1374627" y="515898"/>
                  </a:lnTo>
                  <a:lnTo>
                    <a:pt x="1566435" y="515898"/>
                  </a:lnTo>
                  <a:lnTo>
                    <a:pt x="1566435" y="530228"/>
                  </a:lnTo>
                  <a:lnTo>
                    <a:pt x="1726276" y="530228"/>
                  </a:lnTo>
                  <a:lnTo>
                    <a:pt x="1726276" y="53022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590730" y="1330101"/>
              <a:ext cx="1726276" cy="515898"/>
            </a:xfrm>
            <a:custGeom>
              <a:avLst/>
              <a:pathLst>
                <a:path w="1726276" h="515898">
                  <a:moveTo>
                    <a:pt x="0" y="0"/>
                  </a:moveTo>
                  <a:lnTo>
                    <a:pt x="639361" y="0"/>
                  </a:lnTo>
                  <a:lnTo>
                    <a:pt x="639361" y="28661"/>
                  </a:lnTo>
                  <a:lnTo>
                    <a:pt x="767233" y="28661"/>
                  </a:lnTo>
                  <a:lnTo>
                    <a:pt x="767233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31170" y="57322"/>
                  </a:lnTo>
                  <a:lnTo>
                    <a:pt x="831170" y="114644"/>
                  </a:lnTo>
                  <a:lnTo>
                    <a:pt x="863138" y="114644"/>
                  </a:lnTo>
                  <a:lnTo>
                    <a:pt x="863138" y="171966"/>
                  </a:lnTo>
                  <a:lnTo>
                    <a:pt x="895106" y="171966"/>
                  </a:lnTo>
                  <a:lnTo>
                    <a:pt x="895106" y="200627"/>
                  </a:lnTo>
                  <a:lnTo>
                    <a:pt x="927074" y="200627"/>
                  </a:lnTo>
                  <a:lnTo>
                    <a:pt x="927074" y="257949"/>
                  </a:lnTo>
                  <a:lnTo>
                    <a:pt x="959042" y="257949"/>
                  </a:lnTo>
                  <a:lnTo>
                    <a:pt x="959042" y="315271"/>
                  </a:lnTo>
                  <a:lnTo>
                    <a:pt x="991010" y="315271"/>
                  </a:lnTo>
                  <a:lnTo>
                    <a:pt x="991010" y="358262"/>
                  </a:lnTo>
                  <a:lnTo>
                    <a:pt x="1022978" y="358262"/>
                  </a:lnTo>
                  <a:lnTo>
                    <a:pt x="1022978" y="372593"/>
                  </a:lnTo>
                  <a:lnTo>
                    <a:pt x="1054946" y="372593"/>
                  </a:lnTo>
                  <a:lnTo>
                    <a:pt x="1054946" y="401254"/>
                  </a:lnTo>
                  <a:lnTo>
                    <a:pt x="1086914" y="401254"/>
                  </a:lnTo>
                  <a:lnTo>
                    <a:pt x="1086914" y="415584"/>
                  </a:lnTo>
                  <a:lnTo>
                    <a:pt x="1118882" y="415584"/>
                  </a:lnTo>
                  <a:lnTo>
                    <a:pt x="1118882" y="444245"/>
                  </a:lnTo>
                  <a:lnTo>
                    <a:pt x="1150850" y="444245"/>
                  </a:lnTo>
                  <a:lnTo>
                    <a:pt x="1150850" y="458576"/>
                  </a:lnTo>
                  <a:lnTo>
                    <a:pt x="1182818" y="458576"/>
                  </a:lnTo>
                  <a:lnTo>
                    <a:pt x="1182818" y="472906"/>
                  </a:lnTo>
                  <a:lnTo>
                    <a:pt x="1214787" y="472906"/>
                  </a:lnTo>
                  <a:lnTo>
                    <a:pt x="1214787" y="487237"/>
                  </a:lnTo>
                  <a:lnTo>
                    <a:pt x="1278723" y="487237"/>
                  </a:lnTo>
                  <a:lnTo>
                    <a:pt x="1278723" y="501567"/>
                  </a:lnTo>
                  <a:lnTo>
                    <a:pt x="1374627" y="501567"/>
                  </a:lnTo>
                  <a:lnTo>
                    <a:pt x="1374627" y="515898"/>
                  </a:lnTo>
                  <a:lnTo>
                    <a:pt x="1726276" y="515898"/>
                  </a:lnTo>
                  <a:lnTo>
                    <a:pt x="1726276" y="515898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590730" y="1330101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127872" y="0"/>
                  </a:lnTo>
                  <a:lnTo>
                    <a:pt x="127872" y="14330"/>
                  </a:lnTo>
                  <a:lnTo>
                    <a:pt x="223776" y="14330"/>
                  </a:lnTo>
                  <a:lnTo>
                    <a:pt x="223776" y="28661"/>
                  </a:lnTo>
                  <a:lnTo>
                    <a:pt x="703297" y="28661"/>
                  </a:lnTo>
                  <a:lnTo>
                    <a:pt x="703297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63138" y="57322"/>
                  </a:lnTo>
                  <a:lnTo>
                    <a:pt x="863138" y="85983"/>
                  </a:lnTo>
                  <a:lnTo>
                    <a:pt x="895106" y="85983"/>
                  </a:lnTo>
                  <a:lnTo>
                    <a:pt x="895106" y="114644"/>
                  </a:lnTo>
                  <a:lnTo>
                    <a:pt x="927074" y="114644"/>
                  </a:lnTo>
                  <a:lnTo>
                    <a:pt x="927074" y="157635"/>
                  </a:lnTo>
                  <a:lnTo>
                    <a:pt x="959042" y="157635"/>
                  </a:lnTo>
                  <a:lnTo>
                    <a:pt x="959042" y="243618"/>
                  </a:lnTo>
                  <a:lnTo>
                    <a:pt x="991010" y="243618"/>
                  </a:lnTo>
                  <a:lnTo>
                    <a:pt x="991010" y="272279"/>
                  </a:lnTo>
                  <a:lnTo>
                    <a:pt x="1022978" y="272279"/>
                  </a:lnTo>
                  <a:lnTo>
                    <a:pt x="1022978" y="300940"/>
                  </a:lnTo>
                  <a:lnTo>
                    <a:pt x="1054946" y="300940"/>
                  </a:lnTo>
                  <a:lnTo>
                    <a:pt x="1054946" y="343932"/>
                  </a:lnTo>
                  <a:lnTo>
                    <a:pt x="1086914" y="343932"/>
                  </a:lnTo>
                  <a:lnTo>
                    <a:pt x="1086914" y="372593"/>
                  </a:lnTo>
                  <a:lnTo>
                    <a:pt x="1118882" y="372593"/>
                  </a:lnTo>
                  <a:lnTo>
                    <a:pt x="1118882" y="415584"/>
                  </a:lnTo>
                  <a:lnTo>
                    <a:pt x="1150850" y="415584"/>
                  </a:lnTo>
                  <a:lnTo>
                    <a:pt x="1150850" y="429915"/>
                  </a:lnTo>
                  <a:lnTo>
                    <a:pt x="1182818" y="429915"/>
                  </a:lnTo>
                  <a:lnTo>
                    <a:pt x="1182818" y="472906"/>
                  </a:lnTo>
                  <a:lnTo>
                    <a:pt x="1214787" y="472906"/>
                  </a:lnTo>
                  <a:lnTo>
                    <a:pt x="1214787" y="487237"/>
                  </a:lnTo>
                  <a:lnTo>
                    <a:pt x="1534467" y="487237"/>
                  </a:lnTo>
                  <a:lnTo>
                    <a:pt x="1534467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5242529" y="1786492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5242529" y="177216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DE8C0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242529" y="1757831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C77CFF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29" name="rc28"/>
            <p:cNvSpPr/>
            <p:nvPr/>
          </p:nvSpPr>
          <p:spPr>
            <a:xfrm>
              <a:off x="3590730" y="1315770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3590730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590730" y="3140895"/>
              <a:ext cx="1726276" cy="501567"/>
            </a:xfrm>
            <a:custGeom>
              <a:avLst/>
              <a:pathLst>
                <a:path w="1726276" h="501567">
                  <a:moveTo>
                    <a:pt x="0" y="0"/>
                  </a:moveTo>
                  <a:lnTo>
                    <a:pt x="863138" y="0"/>
                  </a:lnTo>
                  <a:lnTo>
                    <a:pt x="863138" y="14330"/>
                  </a:lnTo>
                  <a:lnTo>
                    <a:pt x="927074" y="14330"/>
                  </a:lnTo>
                  <a:lnTo>
                    <a:pt x="927074" y="42991"/>
                  </a:lnTo>
                  <a:lnTo>
                    <a:pt x="959042" y="42991"/>
                  </a:lnTo>
                  <a:lnTo>
                    <a:pt x="959042" y="114644"/>
                  </a:lnTo>
                  <a:lnTo>
                    <a:pt x="991010" y="114644"/>
                  </a:lnTo>
                  <a:lnTo>
                    <a:pt x="991010" y="186296"/>
                  </a:lnTo>
                  <a:lnTo>
                    <a:pt x="1022978" y="186296"/>
                  </a:lnTo>
                  <a:lnTo>
                    <a:pt x="1022978" y="243618"/>
                  </a:lnTo>
                  <a:lnTo>
                    <a:pt x="1054946" y="243618"/>
                  </a:lnTo>
                  <a:lnTo>
                    <a:pt x="1054946" y="257949"/>
                  </a:lnTo>
                  <a:lnTo>
                    <a:pt x="1118882" y="257949"/>
                  </a:lnTo>
                  <a:lnTo>
                    <a:pt x="1118882" y="300940"/>
                  </a:lnTo>
                  <a:lnTo>
                    <a:pt x="1150850" y="300940"/>
                  </a:lnTo>
                  <a:lnTo>
                    <a:pt x="1150850" y="358262"/>
                  </a:lnTo>
                  <a:lnTo>
                    <a:pt x="1182818" y="358262"/>
                  </a:lnTo>
                  <a:lnTo>
                    <a:pt x="1182818" y="372593"/>
                  </a:lnTo>
                  <a:lnTo>
                    <a:pt x="1214787" y="372593"/>
                  </a:lnTo>
                  <a:lnTo>
                    <a:pt x="1214787" y="415584"/>
                  </a:lnTo>
                  <a:lnTo>
                    <a:pt x="1278723" y="415584"/>
                  </a:lnTo>
                  <a:lnTo>
                    <a:pt x="1278723" y="429915"/>
                  </a:lnTo>
                  <a:lnTo>
                    <a:pt x="1438563" y="429915"/>
                  </a:lnTo>
                  <a:lnTo>
                    <a:pt x="1438563" y="458576"/>
                  </a:lnTo>
                  <a:lnTo>
                    <a:pt x="1470531" y="458576"/>
                  </a:lnTo>
                  <a:lnTo>
                    <a:pt x="1470531" y="472906"/>
                  </a:lnTo>
                  <a:lnTo>
                    <a:pt x="1502499" y="472906"/>
                  </a:lnTo>
                  <a:lnTo>
                    <a:pt x="1502499" y="487237"/>
                  </a:lnTo>
                  <a:lnTo>
                    <a:pt x="1534467" y="487237"/>
                  </a:lnTo>
                  <a:lnTo>
                    <a:pt x="1534467" y="501567"/>
                  </a:lnTo>
                  <a:lnTo>
                    <a:pt x="1726276" y="501567"/>
                  </a:lnTo>
                  <a:lnTo>
                    <a:pt x="1726276" y="501567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590730" y="3140895"/>
              <a:ext cx="1726276" cy="386923"/>
            </a:xfrm>
            <a:custGeom>
              <a:avLst/>
              <a:pathLst>
                <a:path w="1726276" h="386923">
                  <a:moveTo>
                    <a:pt x="0" y="0"/>
                  </a:moveTo>
                  <a:lnTo>
                    <a:pt x="831170" y="0"/>
                  </a:lnTo>
                  <a:lnTo>
                    <a:pt x="831170" y="28661"/>
                  </a:lnTo>
                  <a:lnTo>
                    <a:pt x="863138" y="28661"/>
                  </a:lnTo>
                  <a:lnTo>
                    <a:pt x="863138" y="42991"/>
                  </a:lnTo>
                  <a:lnTo>
                    <a:pt x="927074" y="42991"/>
                  </a:lnTo>
                  <a:lnTo>
                    <a:pt x="927074" y="114644"/>
                  </a:lnTo>
                  <a:lnTo>
                    <a:pt x="959042" y="114644"/>
                  </a:lnTo>
                  <a:lnTo>
                    <a:pt x="959042" y="128974"/>
                  </a:lnTo>
                  <a:lnTo>
                    <a:pt x="1054946" y="128974"/>
                  </a:lnTo>
                  <a:lnTo>
                    <a:pt x="1054946" y="143305"/>
                  </a:lnTo>
                  <a:lnTo>
                    <a:pt x="1086914" y="143305"/>
                  </a:lnTo>
                  <a:lnTo>
                    <a:pt x="1086914" y="200627"/>
                  </a:lnTo>
                  <a:lnTo>
                    <a:pt x="1118882" y="200627"/>
                  </a:lnTo>
                  <a:lnTo>
                    <a:pt x="1118882" y="272279"/>
                  </a:lnTo>
                  <a:lnTo>
                    <a:pt x="1150850" y="272279"/>
                  </a:lnTo>
                  <a:lnTo>
                    <a:pt x="1150850" y="300940"/>
                  </a:lnTo>
                  <a:lnTo>
                    <a:pt x="1182818" y="300940"/>
                  </a:lnTo>
                  <a:lnTo>
                    <a:pt x="1182818" y="329601"/>
                  </a:lnTo>
                  <a:lnTo>
                    <a:pt x="1214787" y="329601"/>
                  </a:lnTo>
                  <a:lnTo>
                    <a:pt x="1214787" y="343932"/>
                  </a:lnTo>
                  <a:lnTo>
                    <a:pt x="1246755" y="343932"/>
                  </a:lnTo>
                  <a:lnTo>
                    <a:pt x="1246755" y="358262"/>
                  </a:lnTo>
                  <a:lnTo>
                    <a:pt x="1502499" y="358262"/>
                  </a:lnTo>
                  <a:lnTo>
                    <a:pt x="1502499" y="372593"/>
                  </a:lnTo>
                  <a:lnTo>
                    <a:pt x="1630372" y="372593"/>
                  </a:lnTo>
                  <a:lnTo>
                    <a:pt x="1630372" y="386923"/>
                  </a:lnTo>
                  <a:lnTo>
                    <a:pt x="1726276" y="386923"/>
                  </a:lnTo>
                  <a:lnTo>
                    <a:pt x="1726276" y="386923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590730" y="3140895"/>
              <a:ext cx="1726276" cy="487237"/>
            </a:xfrm>
            <a:custGeom>
              <a:avLst/>
              <a:pathLst>
                <a:path w="1726276" h="487237">
                  <a:moveTo>
                    <a:pt x="0" y="0"/>
                  </a:moveTo>
                  <a:lnTo>
                    <a:pt x="607393" y="0"/>
                  </a:lnTo>
                  <a:lnTo>
                    <a:pt x="607393" y="14330"/>
                  </a:lnTo>
                  <a:lnTo>
                    <a:pt x="671329" y="14330"/>
                  </a:lnTo>
                  <a:lnTo>
                    <a:pt x="671329" y="28661"/>
                  </a:lnTo>
                  <a:lnTo>
                    <a:pt x="703297" y="28661"/>
                  </a:lnTo>
                  <a:lnTo>
                    <a:pt x="703297" y="42991"/>
                  </a:lnTo>
                  <a:lnTo>
                    <a:pt x="799201" y="42991"/>
                  </a:lnTo>
                  <a:lnTo>
                    <a:pt x="799201" y="57322"/>
                  </a:lnTo>
                  <a:lnTo>
                    <a:pt x="895106" y="57322"/>
                  </a:lnTo>
                  <a:lnTo>
                    <a:pt x="895106" y="71652"/>
                  </a:lnTo>
                  <a:lnTo>
                    <a:pt x="959042" y="71652"/>
                  </a:lnTo>
                  <a:lnTo>
                    <a:pt x="959042" y="85983"/>
                  </a:lnTo>
                  <a:lnTo>
                    <a:pt x="991010" y="85983"/>
                  </a:lnTo>
                  <a:lnTo>
                    <a:pt x="991010" y="157635"/>
                  </a:lnTo>
                  <a:lnTo>
                    <a:pt x="1054946" y="157635"/>
                  </a:lnTo>
                  <a:lnTo>
                    <a:pt x="1054946" y="171966"/>
                  </a:lnTo>
                  <a:lnTo>
                    <a:pt x="1086914" y="171966"/>
                  </a:lnTo>
                  <a:lnTo>
                    <a:pt x="1086914" y="214957"/>
                  </a:lnTo>
                  <a:lnTo>
                    <a:pt x="1118882" y="214957"/>
                  </a:lnTo>
                  <a:lnTo>
                    <a:pt x="1118882" y="286610"/>
                  </a:lnTo>
                  <a:lnTo>
                    <a:pt x="1150850" y="286610"/>
                  </a:lnTo>
                  <a:lnTo>
                    <a:pt x="1150850" y="315271"/>
                  </a:lnTo>
                  <a:lnTo>
                    <a:pt x="1182818" y="315271"/>
                  </a:lnTo>
                  <a:lnTo>
                    <a:pt x="1182818" y="329601"/>
                  </a:lnTo>
                  <a:lnTo>
                    <a:pt x="1214787" y="329601"/>
                  </a:lnTo>
                  <a:lnTo>
                    <a:pt x="1214787" y="372593"/>
                  </a:lnTo>
                  <a:lnTo>
                    <a:pt x="1246755" y="372593"/>
                  </a:lnTo>
                  <a:lnTo>
                    <a:pt x="1246755" y="429915"/>
                  </a:lnTo>
                  <a:lnTo>
                    <a:pt x="1278723" y="429915"/>
                  </a:lnTo>
                  <a:lnTo>
                    <a:pt x="1278723" y="444245"/>
                  </a:lnTo>
                  <a:lnTo>
                    <a:pt x="1342659" y="444245"/>
                  </a:lnTo>
                  <a:lnTo>
                    <a:pt x="1342659" y="458576"/>
                  </a:lnTo>
                  <a:lnTo>
                    <a:pt x="1534467" y="458576"/>
                  </a:lnTo>
                  <a:lnTo>
                    <a:pt x="1534467" y="472906"/>
                  </a:lnTo>
                  <a:lnTo>
                    <a:pt x="1726276" y="472906"/>
                  </a:lnTo>
                  <a:lnTo>
                    <a:pt x="1726276" y="487237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3"/>
            <p:cNvSpPr/>
            <p:nvPr/>
          </p:nvSpPr>
          <p:spPr>
            <a:xfrm>
              <a:off x="5242529" y="3568624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00B4F0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242529" y="3453980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619CFF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5242529" y="3554294"/>
              <a:ext cx="148955" cy="1295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F564E3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37" name="rc36"/>
            <p:cNvSpPr/>
            <p:nvPr/>
          </p:nvSpPr>
          <p:spPr>
            <a:xfrm>
              <a:off x="3590730" y="3126564"/>
              <a:ext cx="1758244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1743918" y="2851719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2570920" y="2937341"/>
              <a:ext cx="104241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40" name="rc39"/>
            <p:cNvSpPr/>
            <p:nvPr/>
          </p:nvSpPr>
          <p:spPr>
            <a:xfrm>
              <a:off x="3590730" y="2851719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4410874" y="2937341"/>
              <a:ext cx="117957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42" name="rc41"/>
            <p:cNvSpPr/>
            <p:nvPr/>
          </p:nvSpPr>
          <p:spPr>
            <a:xfrm>
              <a:off x="1743918" y="1040925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2568039" y="1126547"/>
              <a:ext cx="110002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3590730" y="1040925"/>
              <a:ext cx="1758244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415720" y="1126547"/>
              <a:ext cx="108264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1743918" y="4573945"/>
              <a:ext cx="1758244" cy="0"/>
            </a:xfrm>
            <a:custGeom>
              <a:avLst/>
              <a:pathLst>
                <a:path w="1758244" h="0">
                  <a:moveTo>
                    <a:pt x="0" y="0"/>
                  </a:moveTo>
                  <a:lnTo>
                    <a:pt x="1758244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74391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193572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12753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31934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51115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70296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2"/>
            <p:cNvSpPr/>
            <p:nvPr/>
          </p:nvSpPr>
          <p:spPr>
            <a:xfrm>
              <a:off x="289476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308657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4"/>
            <p:cNvSpPr/>
            <p:nvPr/>
          </p:nvSpPr>
          <p:spPr>
            <a:xfrm>
              <a:off x="3278386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5"/>
            <p:cNvSpPr/>
            <p:nvPr/>
          </p:nvSpPr>
          <p:spPr>
            <a:xfrm>
              <a:off x="347019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tx56"/>
            <p:cNvSpPr/>
            <p:nvPr/>
          </p:nvSpPr>
          <p:spPr>
            <a:xfrm>
              <a:off x="1697101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888909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203390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222570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241751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2609326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80113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299294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318475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337656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67" name="pl66"/>
            <p:cNvSpPr/>
            <p:nvPr/>
          </p:nvSpPr>
          <p:spPr>
            <a:xfrm>
              <a:off x="3590730" y="4573945"/>
              <a:ext cx="1758244" cy="0"/>
            </a:xfrm>
            <a:custGeom>
              <a:avLst/>
              <a:pathLst>
                <a:path w="1758244" h="0">
                  <a:moveTo>
                    <a:pt x="0" y="0"/>
                  </a:moveTo>
                  <a:lnTo>
                    <a:pt x="1758244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359073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378253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397434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4166156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435796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4549773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474158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493339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512519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531700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7"/>
            <p:cNvSpPr/>
            <p:nvPr/>
          </p:nvSpPr>
          <p:spPr>
            <a:xfrm>
              <a:off x="3543913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3735722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388071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407252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426433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4456138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464794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4839755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503156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5223372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88" name="pl87"/>
            <p:cNvSpPr/>
            <p:nvPr/>
          </p:nvSpPr>
          <p:spPr>
            <a:xfrm>
              <a:off x="1743918" y="1315770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1430669" y="2709476"/>
              <a:ext cx="233537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1337035" y="256617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1337035" y="242286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92" name="tx91"/>
            <p:cNvSpPr/>
            <p:nvPr/>
          </p:nvSpPr>
          <p:spPr>
            <a:xfrm>
              <a:off x="1337035" y="227956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93" name="tx92"/>
            <p:cNvSpPr/>
            <p:nvPr/>
          </p:nvSpPr>
          <p:spPr>
            <a:xfrm>
              <a:off x="1337035" y="213625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94" name="tx93"/>
            <p:cNvSpPr/>
            <p:nvPr/>
          </p:nvSpPr>
          <p:spPr>
            <a:xfrm>
              <a:off x="1337035" y="199295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1337035" y="184964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337035" y="170634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337035" y="1563036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337035" y="1419731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243400" y="1276425"/>
              <a:ext cx="420806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100" name="pl99"/>
            <p:cNvSpPr/>
            <p:nvPr/>
          </p:nvSpPr>
          <p:spPr>
            <a:xfrm>
              <a:off x="1699634" y="276315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699634" y="261984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699634" y="24765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699634" y="233323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699634" y="218993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699634" y="204662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699634" y="190332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699634" y="176001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699634" y="161671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699634" y="147340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699634" y="133010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743918" y="3126564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>
              <a:off x="1430669" y="4520270"/>
              <a:ext cx="233537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337035" y="437696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1337035" y="423365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115" name="tx114"/>
            <p:cNvSpPr/>
            <p:nvPr/>
          </p:nvSpPr>
          <p:spPr>
            <a:xfrm>
              <a:off x="1337035" y="409035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337035" y="394704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117" name="tx116"/>
            <p:cNvSpPr/>
            <p:nvPr/>
          </p:nvSpPr>
          <p:spPr>
            <a:xfrm>
              <a:off x="1337035" y="380374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337035" y="366043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119" name="tx118"/>
            <p:cNvSpPr/>
            <p:nvPr/>
          </p:nvSpPr>
          <p:spPr>
            <a:xfrm>
              <a:off x="1337035" y="351713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337035" y="3373829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1337035" y="3230524"/>
              <a:ext cx="327172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1243400" y="3087219"/>
              <a:ext cx="420806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123" name="pl122"/>
            <p:cNvSpPr/>
            <p:nvPr/>
          </p:nvSpPr>
          <p:spPr>
            <a:xfrm>
              <a:off x="1699634" y="457394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3"/>
            <p:cNvSpPr/>
            <p:nvPr/>
          </p:nvSpPr>
          <p:spPr>
            <a:xfrm>
              <a:off x="1699634" y="443064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1699634" y="428733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1699634" y="414403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1699634" y="400072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7"/>
            <p:cNvSpPr/>
            <p:nvPr/>
          </p:nvSpPr>
          <p:spPr>
            <a:xfrm>
              <a:off x="1699634" y="385742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8"/>
            <p:cNvSpPr/>
            <p:nvPr/>
          </p:nvSpPr>
          <p:spPr>
            <a:xfrm>
              <a:off x="1699634" y="371411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29"/>
            <p:cNvSpPr/>
            <p:nvPr/>
          </p:nvSpPr>
          <p:spPr>
            <a:xfrm>
              <a:off x="1699634" y="357081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0"/>
            <p:cNvSpPr/>
            <p:nvPr/>
          </p:nvSpPr>
          <p:spPr>
            <a:xfrm>
              <a:off x="1699634" y="342750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1"/>
            <p:cNvSpPr/>
            <p:nvPr/>
          </p:nvSpPr>
          <p:spPr>
            <a:xfrm>
              <a:off x="1699634" y="328420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2"/>
            <p:cNvSpPr/>
            <p:nvPr/>
          </p:nvSpPr>
          <p:spPr>
            <a:xfrm>
              <a:off x="1699634" y="314089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3"/>
            <p:cNvSpPr/>
            <p:nvPr/>
          </p:nvSpPr>
          <p:spPr>
            <a:xfrm>
              <a:off x="3371613" y="4892104"/>
              <a:ext cx="349666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TTE</a:t>
              </a:r>
            </a:p>
          </p:txBody>
        </p:sp>
        <p:sp>
          <p:nvSpPr>
            <p:cNvPr id="135" name="tx134"/>
            <p:cNvSpPr/>
            <p:nvPr/>
          </p:nvSpPr>
          <p:spPr>
            <a:xfrm rot="-5400000">
              <a:off x="130228" y="2883318"/>
              <a:ext cx="1874245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Survival probability</a:t>
              </a:r>
            </a:p>
          </p:txBody>
        </p:sp>
        <p:sp>
          <p:nvSpPr>
            <p:cNvPr id="136" name="rc135"/>
            <p:cNvSpPr/>
            <p:nvPr/>
          </p:nvSpPr>
          <p:spPr>
            <a:xfrm>
              <a:off x="5526110" y="1703713"/>
              <a:ext cx="565283" cy="2482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l136"/>
            <p:cNvSpPr/>
            <p:nvPr/>
          </p:nvSpPr>
          <p:spPr>
            <a:xfrm>
              <a:off x="5551310" y="1807142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7"/>
            <p:cNvSpPr/>
            <p:nvPr/>
          </p:nvSpPr>
          <p:spPr>
            <a:xfrm>
              <a:off x="5551310" y="201399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5551310" y="2220857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5551310" y="242771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0"/>
            <p:cNvSpPr/>
            <p:nvPr/>
          </p:nvSpPr>
          <p:spPr>
            <a:xfrm>
              <a:off x="5551310" y="263457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1"/>
            <p:cNvSpPr/>
            <p:nvPr/>
          </p:nvSpPr>
          <p:spPr>
            <a:xfrm>
              <a:off x="5551310" y="284142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2"/>
            <p:cNvSpPr/>
            <p:nvPr/>
          </p:nvSpPr>
          <p:spPr>
            <a:xfrm>
              <a:off x="5551310" y="304828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3"/>
            <p:cNvSpPr/>
            <p:nvPr/>
          </p:nvSpPr>
          <p:spPr>
            <a:xfrm>
              <a:off x="5551310" y="325514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5551310" y="346200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5"/>
            <p:cNvSpPr/>
            <p:nvPr/>
          </p:nvSpPr>
          <p:spPr>
            <a:xfrm>
              <a:off x="5551310" y="3668858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6"/>
            <p:cNvSpPr/>
            <p:nvPr/>
          </p:nvSpPr>
          <p:spPr>
            <a:xfrm>
              <a:off x="5551310" y="387571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7"/>
            <p:cNvSpPr/>
            <p:nvPr/>
          </p:nvSpPr>
          <p:spPr>
            <a:xfrm>
              <a:off x="5551310" y="4082573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tx148"/>
            <p:cNvSpPr/>
            <p:nvPr/>
          </p:nvSpPr>
          <p:spPr>
            <a:xfrm>
              <a:off x="5816068" y="1756210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</a:t>
              </a:r>
            </a:p>
          </p:txBody>
        </p:sp>
        <p:sp>
          <p:nvSpPr>
            <p:cNvPr id="150" name="tx149"/>
            <p:cNvSpPr/>
            <p:nvPr/>
          </p:nvSpPr>
          <p:spPr>
            <a:xfrm>
              <a:off x="5816068" y="1963067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C11</a:t>
              </a:r>
            </a:p>
          </p:txBody>
        </p:sp>
        <p:sp>
          <p:nvSpPr>
            <p:cNvPr id="151" name="tx150"/>
            <p:cNvSpPr/>
            <p:nvPr/>
          </p:nvSpPr>
          <p:spPr>
            <a:xfrm>
              <a:off x="5816068" y="2169925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C12</a:t>
              </a:r>
            </a:p>
          </p:txBody>
        </p:sp>
        <p:sp>
          <p:nvSpPr>
            <p:cNvPr id="152" name="tx151"/>
            <p:cNvSpPr/>
            <p:nvPr/>
          </p:nvSpPr>
          <p:spPr>
            <a:xfrm>
              <a:off x="5816068" y="2376782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C14</a:t>
              </a:r>
            </a:p>
          </p:txBody>
        </p:sp>
        <p:sp>
          <p:nvSpPr>
            <p:cNvPr id="153" name="tx152"/>
            <p:cNvSpPr/>
            <p:nvPr/>
          </p:nvSpPr>
          <p:spPr>
            <a:xfrm>
              <a:off x="5816068" y="2583639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C15</a:t>
              </a:r>
            </a:p>
          </p:txBody>
        </p:sp>
        <p:sp>
          <p:nvSpPr>
            <p:cNvPr id="154" name="tx153"/>
            <p:cNvSpPr/>
            <p:nvPr/>
          </p:nvSpPr>
          <p:spPr>
            <a:xfrm>
              <a:off x="5816068" y="2790497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C2</a:t>
              </a:r>
            </a:p>
          </p:txBody>
        </p:sp>
        <p:sp>
          <p:nvSpPr>
            <p:cNvPr id="155" name="tx154"/>
            <p:cNvSpPr/>
            <p:nvPr/>
          </p:nvSpPr>
          <p:spPr>
            <a:xfrm>
              <a:off x="5816068" y="299735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C3</a:t>
              </a:r>
            </a:p>
          </p:txBody>
        </p:sp>
        <p:sp>
          <p:nvSpPr>
            <p:cNvPr id="156" name="tx155"/>
            <p:cNvSpPr/>
            <p:nvPr/>
          </p:nvSpPr>
          <p:spPr>
            <a:xfrm>
              <a:off x="5816068" y="3204212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C4</a:t>
              </a:r>
            </a:p>
          </p:txBody>
        </p:sp>
        <p:sp>
          <p:nvSpPr>
            <p:cNvPr id="157" name="tx156"/>
            <p:cNvSpPr/>
            <p:nvPr/>
          </p:nvSpPr>
          <p:spPr>
            <a:xfrm>
              <a:off x="5816068" y="3411069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C5</a:t>
              </a:r>
            </a:p>
          </p:txBody>
        </p:sp>
        <p:sp>
          <p:nvSpPr>
            <p:cNvPr id="158" name="tx157"/>
            <p:cNvSpPr/>
            <p:nvPr/>
          </p:nvSpPr>
          <p:spPr>
            <a:xfrm>
              <a:off x="5816068" y="3617926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C6</a:t>
              </a:r>
            </a:p>
          </p:txBody>
        </p:sp>
        <p:sp>
          <p:nvSpPr>
            <p:cNvPr id="159" name="tx158"/>
            <p:cNvSpPr/>
            <p:nvPr/>
          </p:nvSpPr>
          <p:spPr>
            <a:xfrm>
              <a:off x="5816068" y="382478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C8</a:t>
              </a:r>
            </a:p>
          </p:txBody>
        </p:sp>
        <p:sp>
          <p:nvSpPr>
            <p:cNvPr id="160" name="tx159"/>
            <p:cNvSpPr/>
            <p:nvPr/>
          </p:nvSpPr>
          <p:spPr>
            <a:xfrm>
              <a:off x="5816068" y="4031641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2026-07-05T22:02:07Z</dcterms:modified>
  <cp:category/>
</cp:coreProperties>
</file>