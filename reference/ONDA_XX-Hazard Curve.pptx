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2030" y="983989"/>
              <a:ext cx="3967704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2030" y="441386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2030" y="3878843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2030" y="334382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2030" y="2808798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2030" y="2273775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2030" y="173875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2030" y="120373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74845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18129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261413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04697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7981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91265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434549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477833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521117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1532030" y="4681377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532030" y="414635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532030" y="361133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2030" y="3076309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2030" y="254128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2030" y="200626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2030" y="1471241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203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96487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239771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83055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26339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69623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412907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456191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99475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542759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568100" y="1020596"/>
              <a:ext cx="3823424" cy="3660780"/>
            </a:xfrm>
            <a:custGeom>
              <a:avLst/>
              <a:pathLst>
                <a:path w="3823424" h="3660780">
                  <a:moveTo>
                    <a:pt x="0" y="3660780"/>
                  </a:moveTo>
                  <a:lnTo>
                    <a:pt x="72140" y="3660780"/>
                  </a:lnTo>
                  <a:lnTo>
                    <a:pt x="144280" y="3660780"/>
                  </a:lnTo>
                  <a:lnTo>
                    <a:pt x="216420" y="3660780"/>
                  </a:lnTo>
                  <a:lnTo>
                    <a:pt x="288560" y="3660780"/>
                  </a:lnTo>
                  <a:lnTo>
                    <a:pt x="360700" y="3660780"/>
                  </a:lnTo>
                  <a:lnTo>
                    <a:pt x="432840" y="3660779"/>
                  </a:lnTo>
                  <a:lnTo>
                    <a:pt x="504980" y="3660778"/>
                  </a:lnTo>
                  <a:lnTo>
                    <a:pt x="577120" y="3660776"/>
                  </a:lnTo>
                  <a:lnTo>
                    <a:pt x="649260" y="3660770"/>
                  </a:lnTo>
                  <a:lnTo>
                    <a:pt x="721400" y="3660759"/>
                  </a:lnTo>
                  <a:lnTo>
                    <a:pt x="793540" y="3660736"/>
                  </a:lnTo>
                  <a:lnTo>
                    <a:pt x="865680" y="3660687"/>
                  </a:lnTo>
                  <a:lnTo>
                    <a:pt x="937820" y="3660584"/>
                  </a:lnTo>
                  <a:lnTo>
                    <a:pt x="1009961" y="3660365"/>
                  </a:lnTo>
                  <a:lnTo>
                    <a:pt x="1082101" y="3659903"/>
                  </a:lnTo>
                  <a:lnTo>
                    <a:pt x="1154241" y="3658927"/>
                  </a:lnTo>
                  <a:lnTo>
                    <a:pt x="1226381" y="3656872"/>
                  </a:lnTo>
                  <a:lnTo>
                    <a:pt x="1298521" y="3652554"/>
                  </a:lnTo>
                  <a:lnTo>
                    <a:pt x="1370661" y="3643530"/>
                  </a:lnTo>
                  <a:lnTo>
                    <a:pt x="1442801" y="3625042"/>
                  </a:lnTo>
                  <a:lnTo>
                    <a:pt x="1514941" y="3587423"/>
                  </a:lnTo>
                  <a:lnTo>
                    <a:pt x="1587081" y="3519247"/>
                  </a:lnTo>
                  <a:lnTo>
                    <a:pt x="1659221" y="3392798"/>
                  </a:lnTo>
                  <a:lnTo>
                    <a:pt x="1731361" y="3199883"/>
                  </a:lnTo>
                  <a:lnTo>
                    <a:pt x="1803501" y="2953389"/>
                  </a:lnTo>
                  <a:lnTo>
                    <a:pt x="1875641" y="2866903"/>
                  </a:lnTo>
                  <a:lnTo>
                    <a:pt x="1947782" y="2796200"/>
                  </a:lnTo>
                  <a:lnTo>
                    <a:pt x="2019922" y="2747055"/>
                  </a:lnTo>
                  <a:lnTo>
                    <a:pt x="2092062" y="2497572"/>
                  </a:lnTo>
                  <a:lnTo>
                    <a:pt x="2164202" y="2076277"/>
                  </a:lnTo>
                  <a:lnTo>
                    <a:pt x="2236342" y="1607225"/>
                  </a:lnTo>
                  <a:lnTo>
                    <a:pt x="2308482" y="1060105"/>
                  </a:lnTo>
                  <a:lnTo>
                    <a:pt x="2380622" y="637251"/>
                  </a:lnTo>
                  <a:lnTo>
                    <a:pt x="2452762" y="260677"/>
                  </a:lnTo>
                  <a:lnTo>
                    <a:pt x="2524902" y="0"/>
                  </a:lnTo>
                  <a:lnTo>
                    <a:pt x="2597042" y="514884"/>
                  </a:lnTo>
                  <a:lnTo>
                    <a:pt x="2669182" y="1245548"/>
                  </a:lnTo>
                  <a:lnTo>
                    <a:pt x="2741322" y="1673307"/>
                  </a:lnTo>
                  <a:lnTo>
                    <a:pt x="2813462" y="2035032"/>
                  </a:lnTo>
                  <a:lnTo>
                    <a:pt x="2885603" y="2444018"/>
                  </a:lnTo>
                  <a:lnTo>
                    <a:pt x="2957743" y="2632136"/>
                  </a:lnTo>
                  <a:lnTo>
                    <a:pt x="3029883" y="2587504"/>
                  </a:lnTo>
                  <a:lnTo>
                    <a:pt x="3102023" y="2393556"/>
                  </a:lnTo>
                  <a:lnTo>
                    <a:pt x="3174163" y="2036003"/>
                  </a:lnTo>
                  <a:lnTo>
                    <a:pt x="3246303" y="1800277"/>
                  </a:lnTo>
                  <a:lnTo>
                    <a:pt x="3318443" y="1607180"/>
                  </a:lnTo>
                  <a:lnTo>
                    <a:pt x="3390583" y="1800516"/>
                  </a:lnTo>
                  <a:lnTo>
                    <a:pt x="3462723" y="2156173"/>
                  </a:lnTo>
                  <a:lnTo>
                    <a:pt x="3534863" y="2726574"/>
                  </a:lnTo>
                  <a:lnTo>
                    <a:pt x="3607003" y="3088564"/>
                  </a:lnTo>
                  <a:lnTo>
                    <a:pt x="3679143" y="3314432"/>
                  </a:lnTo>
                  <a:lnTo>
                    <a:pt x="3751283" y="3424749"/>
                  </a:lnTo>
                  <a:lnTo>
                    <a:pt x="3823424" y="349401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432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61541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8755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969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3183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039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76114" y="465655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8254" y="46565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0394" y="465654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92534" y="46565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264674" y="465653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336814" y="46565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08955" y="465645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481095" y="46563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53235" y="465613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25375" y="4655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697515" y="465469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769655" y="46526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841795" y="46483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13935" y="463930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86075" y="462081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15" y="458319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130355" y="451501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02495" y="438856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274635" y="41956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46776" y="394916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8916" y="3862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491056" y="37919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63196" y="374282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35336" y="34933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07476" y="3072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79616" y="260299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1756" y="205587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23896" y="163302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996036" y="12564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068176" y="9957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140316" y="151065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212456" y="224131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284597" y="266907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56737" y="30308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28877" y="343978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501017" y="36279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573157" y="35832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645297" y="338932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4717437" y="303177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4789577" y="2796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4861717" y="26029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4933857" y="279628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5005997" y="315194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5078137" y="372234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5150277" y="408433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5222418" y="43102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5294558" y="442052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5366698" y="448978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4"/>
            <p:cNvSpPr/>
            <p:nvPr/>
          </p:nvSpPr>
          <p:spPr>
            <a:xfrm>
              <a:off x="1149725" y="4640641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0.000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149725" y="4105618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0.005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149725" y="357059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0.010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149725" y="3035573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0.015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149725" y="2500550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0.020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1149725" y="1965527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0.025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149725" y="143050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0.030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97235" y="46813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97235" y="4146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97235" y="36113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97235" y="3076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97235" y="2541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97235" y="2006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97235" y="14712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53203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96487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39771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83055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26339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9623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412907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56191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99475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42759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8"/>
            <p:cNvSpPr/>
            <p:nvPr/>
          </p:nvSpPr>
          <p:spPr>
            <a:xfrm>
              <a:off x="1496505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929346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32666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75950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19234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62518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05802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449086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492370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5356545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2804387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130" name="tx129"/>
            <p:cNvSpPr/>
            <p:nvPr/>
          </p:nvSpPr>
          <p:spPr>
            <a:xfrm rot="-5400000">
              <a:off x="788307" y="2800055"/>
              <a:ext cx="493227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131" name="rc130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tx131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133" name="rc132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l133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4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2026-07-05T21:49:45Z</dcterms:modified>
  <cp:category/>
</cp:coreProperties>
</file>