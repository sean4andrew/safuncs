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303520" cy="4206240"/>
            <a:chOff x="914400" y="914400"/>
            <a:chExt cx="5303520" cy="420624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303520" cy="42062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303519" cy="42062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532030" y="983989"/>
              <a:ext cx="3967704" cy="373399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532030" y="4413866"/>
              <a:ext cx="3967704" cy="0"/>
            </a:xfrm>
            <a:custGeom>
              <a:avLst/>
              <a:pathLst>
                <a:path w="3967704" h="0">
                  <a:moveTo>
                    <a:pt x="0" y="0"/>
                  </a:moveTo>
                  <a:lnTo>
                    <a:pt x="396770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532030" y="3878843"/>
              <a:ext cx="3967704" cy="0"/>
            </a:xfrm>
            <a:custGeom>
              <a:avLst/>
              <a:pathLst>
                <a:path w="3967704" h="0">
                  <a:moveTo>
                    <a:pt x="0" y="0"/>
                  </a:moveTo>
                  <a:lnTo>
                    <a:pt x="396770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532030" y="3343820"/>
              <a:ext cx="3967704" cy="0"/>
            </a:xfrm>
            <a:custGeom>
              <a:avLst/>
              <a:pathLst>
                <a:path w="3967704" h="0">
                  <a:moveTo>
                    <a:pt x="0" y="0"/>
                  </a:moveTo>
                  <a:lnTo>
                    <a:pt x="396770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532030" y="2808798"/>
              <a:ext cx="3967704" cy="0"/>
            </a:xfrm>
            <a:custGeom>
              <a:avLst/>
              <a:pathLst>
                <a:path w="3967704" h="0">
                  <a:moveTo>
                    <a:pt x="0" y="0"/>
                  </a:moveTo>
                  <a:lnTo>
                    <a:pt x="396770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532030" y="2273775"/>
              <a:ext cx="3967704" cy="0"/>
            </a:xfrm>
            <a:custGeom>
              <a:avLst/>
              <a:pathLst>
                <a:path w="3967704" h="0">
                  <a:moveTo>
                    <a:pt x="0" y="0"/>
                  </a:moveTo>
                  <a:lnTo>
                    <a:pt x="396770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532030" y="1738752"/>
              <a:ext cx="3967704" cy="0"/>
            </a:xfrm>
            <a:custGeom>
              <a:avLst/>
              <a:pathLst>
                <a:path w="3967704" h="0">
                  <a:moveTo>
                    <a:pt x="0" y="0"/>
                  </a:moveTo>
                  <a:lnTo>
                    <a:pt x="396770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532030" y="1203730"/>
              <a:ext cx="3967704" cy="0"/>
            </a:xfrm>
            <a:custGeom>
              <a:avLst/>
              <a:pathLst>
                <a:path w="3967704" h="0">
                  <a:moveTo>
                    <a:pt x="0" y="0"/>
                  </a:moveTo>
                  <a:lnTo>
                    <a:pt x="396770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748450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181290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614131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046971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3479812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912652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4345493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778333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211173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532030" y="4681377"/>
              <a:ext cx="3967704" cy="0"/>
            </a:xfrm>
            <a:custGeom>
              <a:avLst/>
              <a:pathLst>
                <a:path w="3967704" h="0">
                  <a:moveTo>
                    <a:pt x="0" y="0"/>
                  </a:moveTo>
                  <a:lnTo>
                    <a:pt x="396770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532030" y="4146354"/>
              <a:ext cx="3967704" cy="0"/>
            </a:xfrm>
            <a:custGeom>
              <a:avLst/>
              <a:pathLst>
                <a:path w="3967704" h="0">
                  <a:moveTo>
                    <a:pt x="0" y="0"/>
                  </a:moveTo>
                  <a:lnTo>
                    <a:pt x="396770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532030" y="3611332"/>
              <a:ext cx="3967704" cy="0"/>
            </a:xfrm>
            <a:custGeom>
              <a:avLst/>
              <a:pathLst>
                <a:path w="3967704" h="0">
                  <a:moveTo>
                    <a:pt x="0" y="0"/>
                  </a:moveTo>
                  <a:lnTo>
                    <a:pt x="396770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532030" y="3076309"/>
              <a:ext cx="3967704" cy="0"/>
            </a:xfrm>
            <a:custGeom>
              <a:avLst/>
              <a:pathLst>
                <a:path w="3967704" h="0">
                  <a:moveTo>
                    <a:pt x="0" y="0"/>
                  </a:moveTo>
                  <a:lnTo>
                    <a:pt x="396770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532030" y="2541286"/>
              <a:ext cx="3967704" cy="0"/>
            </a:xfrm>
            <a:custGeom>
              <a:avLst/>
              <a:pathLst>
                <a:path w="3967704" h="0">
                  <a:moveTo>
                    <a:pt x="0" y="0"/>
                  </a:moveTo>
                  <a:lnTo>
                    <a:pt x="396770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532030" y="2006264"/>
              <a:ext cx="3967704" cy="0"/>
            </a:xfrm>
            <a:custGeom>
              <a:avLst/>
              <a:pathLst>
                <a:path w="3967704" h="0">
                  <a:moveTo>
                    <a:pt x="0" y="0"/>
                  </a:moveTo>
                  <a:lnTo>
                    <a:pt x="396770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532030" y="1471241"/>
              <a:ext cx="3967704" cy="0"/>
            </a:xfrm>
            <a:custGeom>
              <a:avLst/>
              <a:pathLst>
                <a:path w="3967704" h="0">
                  <a:moveTo>
                    <a:pt x="0" y="0"/>
                  </a:moveTo>
                  <a:lnTo>
                    <a:pt x="396770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532030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964870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2397710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2830551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263391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696232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4129072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4561913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4994753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5427594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1568100" y="1020596"/>
              <a:ext cx="3823424" cy="3660780"/>
            </a:xfrm>
            <a:custGeom>
              <a:avLst/>
              <a:pathLst>
                <a:path w="3823424" h="3660780">
                  <a:moveTo>
                    <a:pt x="0" y="3660780"/>
                  </a:moveTo>
                  <a:lnTo>
                    <a:pt x="72140" y="3660780"/>
                  </a:lnTo>
                  <a:lnTo>
                    <a:pt x="144280" y="3660780"/>
                  </a:lnTo>
                  <a:lnTo>
                    <a:pt x="216420" y="3660780"/>
                  </a:lnTo>
                  <a:lnTo>
                    <a:pt x="288560" y="3660780"/>
                  </a:lnTo>
                  <a:lnTo>
                    <a:pt x="360700" y="3660780"/>
                  </a:lnTo>
                  <a:lnTo>
                    <a:pt x="432840" y="3660779"/>
                  </a:lnTo>
                  <a:lnTo>
                    <a:pt x="504980" y="3660778"/>
                  </a:lnTo>
                  <a:lnTo>
                    <a:pt x="577120" y="3660776"/>
                  </a:lnTo>
                  <a:lnTo>
                    <a:pt x="649260" y="3660770"/>
                  </a:lnTo>
                  <a:lnTo>
                    <a:pt x="721400" y="3660759"/>
                  </a:lnTo>
                  <a:lnTo>
                    <a:pt x="793540" y="3660736"/>
                  </a:lnTo>
                  <a:lnTo>
                    <a:pt x="865680" y="3660687"/>
                  </a:lnTo>
                  <a:lnTo>
                    <a:pt x="937820" y="3660584"/>
                  </a:lnTo>
                  <a:lnTo>
                    <a:pt x="1009961" y="3660365"/>
                  </a:lnTo>
                  <a:lnTo>
                    <a:pt x="1082101" y="3659903"/>
                  </a:lnTo>
                  <a:lnTo>
                    <a:pt x="1154241" y="3658927"/>
                  </a:lnTo>
                  <a:lnTo>
                    <a:pt x="1226381" y="3656872"/>
                  </a:lnTo>
                  <a:lnTo>
                    <a:pt x="1298521" y="3652554"/>
                  </a:lnTo>
                  <a:lnTo>
                    <a:pt x="1370661" y="3643530"/>
                  </a:lnTo>
                  <a:lnTo>
                    <a:pt x="1442801" y="3625042"/>
                  </a:lnTo>
                  <a:lnTo>
                    <a:pt x="1514941" y="3587423"/>
                  </a:lnTo>
                  <a:lnTo>
                    <a:pt x="1587081" y="3519247"/>
                  </a:lnTo>
                  <a:lnTo>
                    <a:pt x="1659221" y="3392798"/>
                  </a:lnTo>
                  <a:lnTo>
                    <a:pt x="1731361" y="3199883"/>
                  </a:lnTo>
                  <a:lnTo>
                    <a:pt x="1803501" y="2953389"/>
                  </a:lnTo>
                  <a:lnTo>
                    <a:pt x="1875641" y="2866903"/>
                  </a:lnTo>
                  <a:lnTo>
                    <a:pt x="1947782" y="2796200"/>
                  </a:lnTo>
                  <a:lnTo>
                    <a:pt x="2019922" y="2747055"/>
                  </a:lnTo>
                  <a:lnTo>
                    <a:pt x="2092062" y="2497572"/>
                  </a:lnTo>
                  <a:lnTo>
                    <a:pt x="2164202" y="2076277"/>
                  </a:lnTo>
                  <a:lnTo>
                    <a:pt x="2236342" y="1607225"/>
                  </a:lnTo>
                  <a:lnTo>
                    <a:pt x="2308482" y="1060105"/>
                  </a:lnTo>
                  <a:lnTo>
                    <a:pt x="2380622" y="637251"/>
                  </a:lnTo>
                  <a:lnTo>
                    <a:pt x="2452762" y="260677"/>
                  </a:lnTo>
                  <a:lnTo>
                    <a:pt x="2524902" y="0"/>
                  </a:lnTo>
                  <a:lnTo>
                    <a:pt x="2597042" y="514884"/>
                  </a:lnTo>
                  <a:lnTo>
                    <a:pt x="2669182" y="1245548"/>
                  </a:lnTo>
                  <a:lnTo>
                    <a:pt x="2741322" y="1673307"/>
                  </a:lnTo>
                  <a:lnTo>
                    <a:pt x="2813462" y="2035032"/>
                  </a:lnTo>
                  <a:lnTo>
                    <a:pt x="2885603" y="2444018"/>
                  </a:lnTo>
                  <a:lnTo>
                    <a:pt x="2957743" y="2632136"/>
                  </a:lnTo>
                  <a:lnTo>
                    <a:pt x="3029883" y="2587504"/>
                  </a:lnTo>
                  <a:lnTo>
                    <a:pt x="3102023" y="2393556"/>
                  </a:lnTo>
                  <a:lnTo>
                    <a:pt x="3174163" y="2036003"/>
                  </a:lnTo>
                  <a:lnTo>
                    <a:pt x="3246303" y="1800277"/>
                  </a:lnTo>
                  <a:lnTo>
                    <a:pt x="3318443" y="1607180"/>
                  </a:lnTo>
                  <a:lnTo>
                    <a:pt x="3390583" y="1800516"/>
                  </a:lnTo>
                  <a:lnTo>
                    <a:pt x="3462723" y="2156173"/>
                  </a:lnTo>
                  <a:lnTo>
                    <a:pt x="3534863" y="2726574"/>
                  </a:lnTo>
                  <a:lnTo>
                    <a:pt x="3607003" y="3088564"/>
                  </a:lnTo>
                  <a:lnTo>
                    <a:pt x="3679143" y="3314432"/>
                  </a:lnTo>
                  <a:lnTo>
                    <a:pt x="3751283" y="3424749"/>
                  </a:lnTo>
                  <a:lnTo>
                    <a:pt x="3823424" y="3494017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1543274" y="4656551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1615414" y="4656551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1687554" y="4656551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1759694" y="4656551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1831834" y="4656551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1903974" y="4656551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1976114" y="465655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2048254" y="465654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2120394" y="4656547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2192534" y="4656541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2264674" y="465653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2336814" y="4656507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2408955" y="465645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2481095" y="465635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2553235" y="4656136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2625375" y="4655673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2697515" y="465469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2769655" y="4652643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2841795" y="464832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2913935" y="4639301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2986075" y="4620813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3058215" y="4583193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3130355" y="451501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3202495" y="438856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3274635" y="419565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3346776" y="394916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3418916" y="3862673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3491056" y="379197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3563196" y="3742826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3635336" y="3493343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3707476" y="307204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3779616" y="2602996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3851756" y="2055876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3923896" y="1633022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3996036" y="125644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4068176" y="99577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4140316" y="151065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4212456" y="224131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4284597" y="266907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4356737" y="3030803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4428877" y="343978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4501017" y="3627907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4573157" y="358327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4645297" y="3389327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4717437" y="303177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4789577" y="279604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4861717" y="2602951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4933857" y="2796287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5005997" y="315194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9"/>
            <p:cNvSpPr/>
            <p:nvPr/>
          </p:nvSpPr>
          <p:spPr>
            <a:xfrm>
              <a:off x="5078137" y="372234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0"/>
            <p:cNvSpPr/>
            <p:nvPr/>
          </p:nvSpPr>
          <p:spPr>
            <a:xfrm>
              <a:off x="5150277" y="408433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5222418" y="4310203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2"/>
            <p:cNvSpPr/>
            <p:nvPr/>
          </p:nvSpPr>
          <p:spPr>
            <a:xfrm>
              <a:off x="5294558" y="442052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3"/>
            <p:cNvSpPr/>
            <p:nvPr/>
          </p:nvSpPr>
          <p:spPr>
            <a:xfrm>
              <a:off x="5366698" y="448978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tx94"/>
            <p:cNvSpPr/>
            <p:nvPr/>
          </p:nvSpPr>
          <p:spPr>
            <a:xfrm>
              <a:off x="1149725" y="4640641"/>
              <a:ext cx="319674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0.000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1149725" y="4105618"/>
              <a:ext cx="319674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0.005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1149725" y="3570595"/>
              <a:ext cx="319674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0.010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1149725" y="3035573"/>
              <a:ext cx="319674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0.015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1149725" y="2500550"/>
              <a:ext cx="319674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0.020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1149725" y="1965527"/>
              <a:ext cx="319674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0.025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1149725" y="1430505"/>
              <a:ext cx="319674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0.030</a:t>
              </a:r>
            </a:p>
          </p:txBody>
        </p:sp>
        <p:sp>
          <p:nvSpPr>
            <p:cNvPr id="102" name="pl101"/>
            <p:cNvSpPr/>
            <p:nvPr/>
          </p:nvSpPr>
          <p:spPr>
            <a:xfrm>
              <a:off x="1497235" y="46813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1497235" y="41463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1497235" y="361133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1497235" y="30763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1497235" y="25412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1497235" y="20062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1497235" y="14712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1532030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1964870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2397710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2830551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3263391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3696232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4129072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4561913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4994753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5427594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tx118"/>
            <p:cNvSpPr/>
            <p:nvPr/>
          </p:nvSpPr>
          <p:spPr>
            <a:xfrm>
              <a:off x="1496505" y="4780615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20" name="tx119"/>
            <p:cNvSpPr/>
            <p:nvPr/>
          </p:nvSpPr>
          <p:spPr>
            <a:xfrm>
              <a:off x="1929346" y="4780615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21" name="tx120"/>
            <p:cNvSpPr/>
            <p:nvPr/>
          </p:nvSpPr>
          <p:spPr>
            <a:xfrm>
              <a:off x="2326662" y="47806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12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2759502" y="47806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18</a:t>
              </a:r>
            </a:p>
          </p:txBody>
        </p:sp>
        <p:sp>
          <p:nvSpPr>
            <p:cNvPr id="123" name="tx122"/>
            <p:cNvSpPr/>
            <p:nvPr/>
          </p:nvSpPr>
          <p:spPr>
            <a:xfrm>
              <a:off x="3192342" y="47806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24</a:t>
              </a:r>
            </a:p>
          </p:txBody>
        </p:sp>
        <p:sp>
          <p:nvSpPr>
            <p:cNvPr id="124" name="tx123"/>
            <p:cNvSpPr/>
            <p:nvPr/>
          </p:nvSpPr>
          <p:spPr>
            <a:xfrm>
              <a:off x="3625183" y="47806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125" name="tx124"/>
            <p:cNvSpPr/>
            <p:nvPr/>
          </p:nvSpPr>
          <p:spPr>
            <a:xfrm>
              <a:off x="4058023" y="47806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36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4490864" y="47806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42</a:t>
              </a:r>
            </a:p>
          </p:txBody>
        </p:sp>
        <p:sp>
          <p:nvSpPr>
            <p:cNvPr id="127" name="tx126"/>
            <p:cNvSpPr/>
            <p:nvPr/>
          </p:nvSpPr>
          <p:spPr>
            <a:xfrm>
              <a:off x="4923704" y="47806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48</a:t>
              </a:r>
            </a:p>
          </p:txBody>
        </p:sp>
        <p:sp>
          <p:nvSpPr>
            <p:cNvPr id="128" name="tx127"/>
            <p:cNvSpPr/>
            <p:nvPr/>
          </p:nvSpPr>
          <p:spPr>
            <a:xfrm>
              <a:off x="5356545" y="47806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54</a:t>
              </a:r>
            </a:p>
          </p:txBody>
        </p:sp>
        <p:sp>
          <p:nvSpPr>
            <p:cNvPr id="129" name="tx128"/>
            <p:cNvSpPr/>
            <p:nvPr/>
          </p:nvSpPr>
          <p:spPr>
            <a:xfrm>
              <a:off x="2804387" y="4920108"/>
              <a:ext cx="1422989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Days post-challenge</a:t>
              </a:r>
            </a:p>
          </p:txBody>
        </p:sp>
        <p:sp>
          <p:nvSpPr>
            <p:cNvPr id="130" name="tx129"/>
            <p:cNvSpPr/>
            <p:nvPr/>
          </p:nvSpPr>
          <p:spPr>
            <a:xfrm rot="-5400000">
              <a:off x="788307" y="2800055"/>
              <a:ext cx="493227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Hazard</a:t>
              </a:r>
            </a:p>
          </p:txBody>
        </p:sp>
        <p:sp>
          <p:nvSpPr>
            <p:cNvPr id="131" name="rc130"/>
            <p:cNvSpPr/>
            <p:nvPr/>
          </p:nvSpPr>
          <p:spPr>
            <a:xfrm>
              <a:off x="5638912" y="2571404"/>
              <a:ext cx="509418" cy="55916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tx131"/>
            <p:cNvSpPr/>
            <p:nvPr/>
          </p:nvSpPr>
          <p:spPr>
            <a:xfrm>
              <a:off x="5708501" y="2655532"/>
              <a:ext cx="370240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Trt.ID</a:t>
              </a:r>
            </a:p>
          </p:txBody>
        </p:sp>
        <p:sp>
          <p:nvSpPr>
            <p:cNvPr id="133" name="rc132"/>
            <p:cNvSpPr/>
            <p:nvPr/>
          </p:nvSpPr>
          <p:spPr>
            <a:xfrm>
              <a:off x="5708501" y="2841524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pl133"/>
            <p:cNvSpPr/>
            <p:nvPr/>
          </p:nvSpPr>
          <p:spPr>
            <a:xfrm>
              <a:off x="5730446" y="29512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tx134"/>
            <p:cNvSpPr/>
            <p:nvPr/>
          </p:nvSpPr>
          <p:spPr>
            <a:xfrm>
              <a:off x="5997546" y="2910516"/>
              <a:ext cx="76443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runner</cp:lastModifiedBy>
  <cp:revision>3</cp:revision>
  <dcterms:created xsi:type="dcterms:W3CDTF">2017-02-13T16:18:36Z</dcterms:created>
  <dcterms:modified xsi:type="dcterms:W3CDTF">2026-07-05T22:07:08Z</dcterms:modified>
  <cp:category/>
</cp:coreProperties>
</file>