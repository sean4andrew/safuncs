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3657600"/>
            <a:chOff x="914400" y="914400"/>
            <a:chExt cx="5486400" cy="36576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96652" y="983989"/>
              <a:ext cx="4186447" cy="31880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96652" y="4017305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496652" y="3707783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496652" y="3398261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496652" y="3088739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496652" y="2779217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496652" y="2469695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496652" y="2160172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496652" y="1850650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496652" y="1541128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496652" y="1231606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725004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181707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638411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095114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3551817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4008521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4465224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4921928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5378631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496652" y="4172066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496652" y="3862544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496652" y="3553022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496652" y="3243500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496652" y="2933978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496652" y="2624456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496652" y="2314934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496652" y="2005411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496652" y="1695889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1496652" y="1386367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1496652" y="1076845"/>
              <a:ext cx="4186447" cy="0"/>
            </a:xfrm>
            <a:custGeom>
              <a:avLst/>
              <a:pathLst>
                <a:path w="4186447" h="0">
                  <a:moveTo>
                    <a:pt x="0" y="0"/>
                  </a:moveTo>
                  <a:lnTo>
                    <a:pt x="4186447" y="0"/>
                  </a:lnTo>
                  <a:lnTo>
                    <a:pt x="4186447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496652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1953356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2410059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2866762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3323466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3780169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4236872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4693576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5150279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5606983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1496652" y="1076845"/>
              <a:ext cx="4110330" cy="1129074"/>
            </a:xfrm>
            <a:custGeom>
              <a:avLst/>
              <a:pathLst>
                <a:path w="4110330" h="1129074">
                  <a:moveTo>
                    <a:pt x="0" y="0"/>
                  </a:moveTo>
                  <a:lnTo>
                    <a:pt x="1750696" y="0"/>
                  </a:lnTo>
                  <a:lnTo>
                    <a:pt x="1750696" y="19466"/>
                  </a:lnTo>
                  <a:lnTo>
                    <a:pt x="1979047" y="19466"/>
                  </a:lnTo>
                  <a:lnTo>
                    <a:pt x="1979047" y="77867"/>
                  </a:lnTo>
                  <a:lnTo>
                    <a:pt x="2055165" y="77867"/>
                  </a:lnTo>
                  <a:lnTo>
                    <a:pt x="2055165" y="97333"/>
                  </a:lnTo>
                  <a:lnTo>
                    <a:pt x="2283516" y="97333"/>
                  </a:lnTo>
                  <a:lnTo>
                    <a:pt x="2283516" y="116800"/>
                  </a:lnTo>
                  <a:lnTo>
                    <a:pt x="2359633" y="116800"/>
                  </a:lnTo>
                  <a:lnTo>
                    <a:pt x="2359633" y="136267"/>
                  </a:lnTo>
                  <a:lnTo>
                    <a:pt x="2435751" y="136267"/>
                  </a:lnTo>
                  <a:lnTo>
                    <a:pt x="2435751" y="253068"/>
                  </a:lnTo>
                  <a:lnTo>
                    <a:pt x="2511868" y="253068"/>
                  </a:lnTo>
                  <a:lnTo>
                    <a:pt x="2511868" y="330935"/>
                  </a:lnTo>
                  <a:lnTo>
                    <a:pt x="2587985" y="330935"/>
                  </a:lnTo>
                  <a:lnTo>
                    <a:pt x="2587985" y="389335"/>
                  </a:lnTo>
                  <a:lnTo>
                    <a:pt x="2664102" y="389335"/>
                  </a:lnTo>
                  <a:lnTo>
                    <a:pt x="2664102" y="486669"/>
                  </a:lnTo>
                  <a:lnTo>
                    <a:pt x="2740220" y="486669"/>
                  </a:lnTo>
                  <a:lnTo>
                    <a:pt x="2740220" y="545070"/>
                  </a:lnTo>
                  <a:lnTo>
                    <a:pt x="2816337" y="545070"/>
                  </a:lnTo>
                  <a:lnTo>
                    <a:pt x="2816337" y="661871"/>
                  </a:lnTo>
                  <a:lnTo>
                    <a:pt x="2892454" y="661871"/>
                  </a:lnTo>
                  <a:lnTo>
                    <a:pt x="2892454" y="720271"/>
                  </a:lnTo>
                  <a:lnTo>
                    <a:pt x="2968571" y="720271"/>
                  </a:lnTo>
                  <a:lnTo>
                    <a:pt x="2968571" y="739738"/>
                  </a:lnTo>
                  <a:lnTo>
                    <a:pt x="3044689" y="739738"/>
                  </a:lnTo>
                  <a:lnTo>
                    <a:pt x="3044689" y="798138"/>
                  </a:lnTo>
                  <a:lnTo>
                    <a:pt x="3120806" y="798138"/>
                  </a:lnTo>
                  <a:lnTo>
                    <a:pt x="3120806" y="837072"/>
                  </a:lnTo>
                  <a:lnTo>
                    <a:pt x="3273040" y="837072"/>
                  </a:lnTo>
                  <a:lnTo>
                    <a:pt x="3273040" y="856539"/>
                  </a:lnTo>
                  <a:lnTo>
                    <a:pt x="3349157" y="856539"/>
                  </a:lnTo>
                  <a:lnTo>
                    <a:pt x="3349157" y="876005"/>
                  </a:lnTo>
                  <a:lnTo>
                    <a:pt x="3425275" y="876005"/>
                  </a:lnTo>
                  <a:lnTo>
                    <a:pt x="3425275" y="914939"/>
                  </a:lnTo>
                  <a:lnTo>
                    <a:pt x="3501392" y="914939"/>
                  </a:lnTo>
                  <a:lnTo>
                    <a:pt x="3501392" y="934406"/>
                  </a:lnTo>
                  <a:lnTo>
                    <a:pt x="3577509" y="934406"/>
                  </a:lnTo>
                  <a:lnTo>
                    <a:pt x="3577509" y="992806"/>
                  </a:lnTo>
                  <a:lnTo>
                    <a:pt x="3653626" y="992806"/>
                  </a:lnTo>
                  <a:lnTo>
                    <a:pt x="3653626" y="1051207"/>
                  </a:lnTo>
                  <a:lnTo>
                    <a:pt x="3729744" y="1051207"/>
                  </a:lnTo>
                  <a:lnTo>
                    <a:pt x="3729744" y="1070673"/>
                  </a:lnTo>
                  <a:lnTo>
                    <a:pt x="3805861" y="1070673"/>
                  </a:lnTo>
                  <a:lnTo>
                    <a:pt x="3805861" y="1109607"/>
                  </a:lnTo>
                  <a:lnTo>
                    <a:pt x="4110330" y="1109607"/>
                  </a:lnTo>
                  <a:lnTo>
                    <a:pt x="4110330" y="1129074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1496652" y="1076845"/>
              <a:ext cx="4110330" cy="1205930"/>
            </a:xfrm>
            <a:custGeom>
              <a:avLst/>
              <a:pathLst>
                <a:path w="4110330" h="1205930">
                  <a:moveTo>
                    <a:pt x="0" y="0"/>
                  </a:moveTo>
                  <a:lnTo>
                    <a:pt x="0" y="0"/>
                  </a:lnTo>
                  <a:lnTo>
                    <a:pt x="0" y="20098"/>
                  </a:lnTo>
                  <a:lnTo>
                    <a:pt x="1522344" y="20098"/>
                  </a:lnTo>
                  <a:lnTo>
                    <a:pt x="1522344" y="60296"/>
                  </a:lnTo>
                  <a:lnTo>
                    <a:pt x="1674578" y="60296"/>
                  </a:lnTo>
                  <a:lnTo>
                    <a:pt x="1674578" y="80395"/>
                  </a:lnTo>
                  <a:lnTo>
                    <a:pt x="1826813" y="80395"/>
                  </a:lnTo>
                  <a:lnTo>
                    <a:pt x="1826813" y="120593"/>
                  </a:lnTo>
                  <a:lnTo>
                    <a:pt x="1902930" y="120593"/>
                  </a:lnTo>
                  <a:lnTo>
                    <a:pt x="1902930" y="140691"/>
                  </a:lnTo>
                  <a:lnTo>
                    <a:pt x="1979047" y="140691"/>
                  </a:lnTo>
                  <a:lnTo>
                    <a:pt x="1979047" y="200988"/>
                  </a:lnTo>
                  <a:lnTo>
                    <a:pt x="2055165" y="200988"/>
                  </a:lnTo>
                  <a:lnTo>
                    <a:pt x="2055165" y="301482"/>
                  </a:lnTo>
                  <a:lnTo>
                    <a:pt x="2131282" y="301482"/>
                  </a:lnTo>
                  <a:lnTo>
                    <a:pt x="2131282" y="341680"/>
                  </a:lnTo>
                  <a:lnTo>
                    <a:pt x="2207399" y="341680"/>
                  </a:lnTo>
                  <a:lnTo>
                    <a:pt x="2207399" y="442174"/>
                  </a:lnTo>
                  <a:lnTo>
                    <a:pt x="2283516" y="442174"/>
                  </a:lnTo>
                  <a:lnTo>
                    <a:pt x="2283516" y="582866"/>
                  </a:lnTo>
                  <a:lnTo>
                    <a:pt x="2359633" y="582866"/>
                  </a:lnTo>
                  <a:lnTo>
                    <a:pt x="2359633" y="683360"/>
                  </a:lnTo>
                  <a:lnTo>
                    <a:pt x="2435751" y="683360"/>
                  </a:lnTo>
                  <a:lnTo>
                    <a:pt x="2435751" y="723558"/>
                  </a:lnTo>
                  <a:lnTo>
                    <a:pt x="2511868" y="723558"/>
                  </a:lnTo>
                  <a:lnTo>
                    <a:pt x="2511868" y="824052"/>
                  </a:lnTo>
                  <a:lnTo>
                    <a:pt x="2587985" y="824052"/>
                  </a:lnTo>
                  <a:lnTo>
                    <a:pt x="2587985" y="844151"/>
                  </a:lnTo>
                  <a:lnTo>
                    <a:pt x="2664102" y="844151"/>
                  </a:lnTo>
                  <a:lnTo>
                    <a:pt x="2664102" y="924546"/>
                  </a:lnTo>
                  <a:lnTo>
                    <a:pt x="2740220" y="924546"/>
                  </a:lnTo>
                  <a:lnTo>
                    <a:pt x="2740220" y="944645"/>
                  </a:lnTo>
                  <a:lnTo>
                    <a:pt x="2816337" y="944645"/>
                  </a:lnTo>
                  <a:lnTo>
                    <a:pt x="2816337" y="1004941"/>
                  </a:lnTo>
                  <a:lnTo>
                    <a:pt x="2892454" y="1004941"/>
                  </a:lnTo>
                  <a:lnTo>
                    <a:pt x="2892454" y="1045139"/>
                  </a:lnTo>
                  <a:lnTo>
                    <a:pt x="3044689" y="1045139"/>
                  </a:lnTo>
                  <a:lnTo>
                    <a:pt x="3044689" y="1085337"/>
                  </a:lnTo>
                  <a:lnTo>
                    <a:pt x="3120806" y="1085337"/>
                  </a:lnTo>
                  <a:lnTo>
                    <a:pt x="3120806" y="1125534"/>
                  </a:lnTo>
                  <a:lnTo>
                    <a:pt x="3196923" y="1125534"/>
                  </a:lnTo>
                  <a:lnTo>
                    <a:pt x="3196923" y="1145633"/>
                  </a:lnTo>
                  <a:lnTo>
                    <a:pt x="3273040" y="1145633"/>
                  </a:lnTo>
                  <a:lnTo>
                    <a:pt x="3273040" y="1185831"/>
                  </a:lnTo>
                  <a:lnTo>
                    <a:pt x="3653626" y="1185831"/>
                  </a:lnTo>
                  <a:lnTo>
                    <a:pt x="3653626" y="1205930"/>
                  </a:lnTo>
                  <a:lnTo>
                    <a:pt x="4110330" y="1205930"/>
                  </a:lnTo>
                  <a:lnTo>
                    <a:pt x="4110330" y="1205930"/>
                  </a:lnTo>
                </a:path>
              </a:pathLst>
            </a:custGeom>
            <a:ln w="27101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1496652" y="1076845"/>
              <a:ext cx="4110330" cy="1000284"/>
            </a:xfrm>
            <a:custGeom>
              <a:avLst/>
              <a:pathLst>
                <a:path w="4110330" h="1000284">
                  <a:moveTo>
                    <a:pt x="0" y="0"/>
                  </a:moveTo>
                  <a:lnTo>
                    <a:pt x="1674578" y="0"/>
                  </a:lnTo>
                  <a:lnTo>
                    <a:pt x="1674578" y="18873"/>
                  </a:lnTo>
                  <a:lnTo>
                    <a:pt x="1979047" y="18873"/>
                  </a:lnTo>
                  <a:lnTo>
                    <a:pt x="1979047" y="37746"/>
                  </a:lnTo>
                  <a:lnTo>
                    <a:pt x="2055165" y="37746"/>
                  </a:lnTo>
                  <a:lnTo>
                    <a:pt x="2055165" y="56619"/>
                  </a:lnTo>
                  <a:lnTo>
                    <a:pt x="2131282" y="56619"/>
                  </a:lnTo>
                  <a:lnTo>
                    <a:pt x="2131282" y="94366"/>
                  </a:lnTo>
                  <a:lnTo>
                    <a:pt x="2207399" y="94366"/>
                  </a:lnTo>
                  <a:lnTo>
                    <a:pt x="2207399" y="113239"/>
                  </a:lnTo>
                  <a:lnTo>
                    <a:pt x="2283516" y="113239"/>
                  </a:lnTo>
                  <a:lnTo>
                    <a:pt x="2283516" y="207606"/>
                  </a:lnTo>
                  <a:lnTo>
                    <a:pt x="2359633" y="207606"/>
                  </a:lnTo>
                  <a:lnTo>
                    <a:pt x="2359633" y="283099"/>
                  </a:lnTo>
                  <a:lnTo>
                    <a:pt x="2435751" y="283099"/>
                  </a:lnTo>
                  <a:lnTo>
                    <a:pt x="2435751" y="320846"/>
                  </a:lnTo>
                  <a:lnTo>
                    <a:pt x="2511868" y="320846"/>
                  </a:lnTo>
                  <a:lnTo>
                    <a:pt x="2511868" y="377465"/>
                  </a:lnTo>
                  <a:lnTo>
                    <a:pt x="2587985" y="377465"/>
                  </a:lnTo>
                  <a:lnTo>
                    <a:pt x="2587985" y="471832"/>
                  </a:lnTo>
                  <a:lnTo>
                    <a:pt x="2664102" y="471832"/>
                  </a:lnTo>
                  <a:lnTo>
                    <a:pt x="2664102" y="622818"/>
                  </a:lnTo>
                  <a:lnTo>
                    <a:pt x="2740220" y="622818"/>
                  </a:lnTo>
                  <a:lnTo>
                    <a:pt x="2740220" y="717185"/>
                  </a:lnTo>
                  <a:lnTo>
                    <a:pt x="2816337" y="717185"/>
                  </a:lnTo>
                  <a:lnTo>
                    <a:pt x="2816337" y="773805"/>
                  </a:lnTo>
                  <a:lnTo>
                    <a:pt x="2892454" y="773805"/>
                  </a:lnTo>
                  <a:lnTo>
                    <a:pt x="2892454" y="811551"/>
                  </a:lnTo>
                  <a:lnTo>
                    <a:pt x="2968571" y="811551"/>
                  </a:lnTo>
                  <a:lnTo>
                    <a:pt x="2968571" y="868171"/>
                  </a:lnTo>
                  <a:lnTo>
                    <a:pt x="3120806" y="868171"/>
                  </a:lnTo>
                  <a:lnTo>
                    <a:pt x="3120806" y="887045"/>
                  </a:lnTo>
                  <a:lnTo>
                    <a:pt x="3273040" y="887045"/>
                  </a:lnTo>
                  <a:lnTo>
                    <a:pt x="3273040" y="905918"/>
                  </a:lnTo>
                  <a:lnTo>
                    <a:pt x="3425275" y="905918"/>
                  </a:lnTo>
                  <a:lnTo>
                    <a:pt x="3425275" y="962538"/>
                  </a:lnTo>
                  <a:lnTo>
                    <a:pt x="3729744" y="962538"/>
                  </a:lnTo>
                  <a:lnTo>
                    <a:pt x="3729744" y="1000284"/>
                  </a:lnTo>
                  <a:lnTo>
                    <a:pt x="4110330" y="1000284"/>
                  </a:lnTo>
                  <a:lnTo>
                    <a:pt x="4110330" y="1000284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1496652" y="1076845"/>
              <a:ext cx="4110330" cy="1077450"/>
            </a:xfrm>
            <a:custGeom>
              <a:avLst/>
              <a:pathLst>
                <a:path w="4110330" h="1077450">
                  <a:moveTo>
                    <a:pt x="0" y="0"/>
                  </a:moveTo>
                  <a:lnTo>
                    <a:pt x="1902930" y="0"/>
                  </a:lnTo>
                  <a:lnTo>
                    <a:pt x="1902930" y="19590"/>
                  </a:lnTo>
                  <a:lnTo>
                    <a:pt x="1979047" y="19590"/>
                  </a:lnTo>
                  <a:lnTo>
                    <a:pt x="1979047" y="58770"/>
                  </a:lnTo>
                  <a:lnTo>
                    <a:pt x="2055165" y="58770"/>
                  </a:lnTo>
                  <a:lnTo>
                    <a:pt x="2055165" y="78360"/>
                  </a:lnTo>
                  <a:lnTo>
                    <a:pt x="2207399" y="78360"/>
                  </a:lnTo>
                  <a:lnTo>
                    <a:pt x="2207399" y="195900"/>
                  </a:lnTo>
                  <a:lnTo>
                    <a:pt x="2283516" y="195900"/>
                  </a:lnTo>
                  <a:lnTo>
                    <a:pt x="2283516" y="254670"/>
                  </a:lnTo>
                  <a:lnTo>
                    <a:pt x="2359633" y="254670"/>
                  </a:lnTo>
                  <a:lnTo>
                    <a:pt x="2359633" y="352620"/>
                  </a:lnTo>
                  <a:lnTo>
                    <a:pt x="2435751" y="352620"/>
                  </a:lnTo>
                  <a:lnTo>
                    <a:pt x="2435751" y="391800"/>
                  </a:lnTo>
                  <a:lnTo>
                    <a:pt x="2511868" y="391800"/>
                  </a:lnTo>
                  <a:lnTo>
                    <a:pt x="2511868" y="450570"/>
                  </a:lnTo>
                  <a:lnTo>
                    <a:pt x="2587985" y="450570"/>
                  </a:lnTo>
                  <a:lnTo>
                    <a:pt x="2587985" y="548520"/>
                  </a:lnTo>
                  <a:lnTo>
                    <a:pt x="2664102" y="548520"/>
                  </a:lnTo>
                  <a:lnTo>
                    <a:pt x="2664102" y="724830"/>
                  </a:lnTo>
                  <a:lnTo>
                    <a:pt x="2740220" y="724830"/>
                  </a:lnTo>
                  <a:lnTo>
                    <a:pt x="2740220" y="803190"/>
                  </a:lnTo>
                  <a:lnTo>
                    <a:pt x="2816337" y="803190"/>
                  </a:lnTo>
                  <a:lnTo>
                    <a:pt x="2816337" y="861960"/>
                  </a:lnTo>
                  <a:lnTo>
                    <a:pt x="2892454" y="861960"/>
                  </a:lnTo>
                  <a:lnTo>
                    <a:pt x="2892454" y="959910"/>
                  </a:lnTo>
                  <a:lnTo>
                    <a:pt x="2968571" y="959910"/>
                  </a:lnTo>
                  <a:lnTo>
                    <a:pt x="2968571" y="999090"/>
                  </a:lnTo>
                  <a:lnTo>
                    <a:pt x="3044689" y="999090"/>
                  </a:lnTo>
                  <a:lnTo>
                    <a:pt x="3044689" y="1018680"/>
                  </a:lnTo>
                  <a:lnTo>
                    <a:pt x="3196923" y="1018680"/>
                  </a:lnTo>
                  <a:lnTo>
                    <a:pt x="3196923" y="1038270"/>
                  </a:lnTo>
                  <a:lnTo>
                    <a:pt x="3653626" y="1038270"/>
                  </a:lnTo>
                  <a:lnTo>
                    <a:pt x="3653626" y="1057860"/>
                  </a:lnTo>
                  <a:lnTo>
                    <a:pt x="3881978" y="1057860"/>
                  </a:lnTo>
                  <a:lnTo>
                    <a:pt x="3881978" y="1077450"/>
                  </a:lnTo>
                  <a:lnTo>
                    <a:pt x="4110330" y="1077450"/>
                  </a:lnTo>
                  <a:lnTo>
                    <a:pt x="4110330" y="1077450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0"/>
            <p:cNvSpPr/>
            <p:nvPr/>
          </p:nvSpPr>
          <p:spPr>
            <a:xfrm>
              <a:off x="5555999" y="2184818"/>
              <a:ext cx="101968" cy="8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4">
                  <a:solidFill>
                    <a:srgbClr val="F8766D">
                      <a:alpha val="100000"/>
                    </a:srgbClr>
                  </a:solidFill>
                  <a:latin typeface="Arial"/>
                  <a:cs typeface="Arial"/>
                </a:rPr>
                <a:t>+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555999" y="2261674"/>
              <a:ext cx="101968" cy="8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4">
                  <a:solidFill>
                    <a:srgbClr val="7CAE00">
                      <a:alpha val="100000"/>
                    </a:srgbClr>
                  </a:solidFill>
                  <a:latin typeface="Arial"/>
                  <a:cs typeface="Arial"/>
                </a:rPr>
                <a:t>+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555999" y="2056029"/>
              <a:ext cx="101968" cy="8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4">
                  <a:solidFill>
                    <a:srgbClr val="00BFC4">
                      <a:alpha val="100000"/>
                    </a:srgbClr>
                  </a:solidFill>
                  <a:latin typeface="Arial"/>
                  <a:cs typeface="Arial"/>
                </a:rPr>
                <a:t>+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5555999" y="2133194"/>
              <a:ext cx="101968" cy="8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4">
                  <a:solidFill>
                    <a:srgbClr val="C77CFF">
                      <a:alpha val="100000"/>
                    </a:srgbClr>
                  </a:solidFill>
                  <a:latin typeface="Arial"/>
                  <a:cs typeface="Arial"/>
                </a:rPr>
                <a:t>+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1272494" y="4127755"/>
              <a:ext cx="161528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1210339" y="3818233"/>
              <a:ext cx="223683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1210339" y="3508711"/>
              <a:ext cx="223683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1210339" y="3199189"/>
              <a:ext cx="223683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1210339" y="2889667"/>
              <a:ext cx="223683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1210339" y="2580145"/>
              <a:ext cx="223683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1210339" y="2270622"/>
              <a:ext cx="223683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1210339" y="1961100"/>
              <a:ext cx="223683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70%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1210339" y="1651578"/>
              <a:ext cx="223683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80%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1210339" y="1342056"/>
              <a:ext cx="223683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90%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1148183" y="1032534"/>
              <a:ext cx="285839" cy="84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66" name="pl65"/>
            <p:cNvSpPr/>
            <p:nvPr/>
          </p:nvSpPr>
          <p:spPr>
            <a:xfrm>
              <a:off x="1461858" y="41720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1461858" y="38625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1461858" y="355302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1461858" y="32435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1461858" y="29339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1461858" y="26244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1461858" y="23149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1461858" y="200541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1461858" y="16958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1461858" y="13863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1461858" y="10768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1496652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1953356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2410059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2866762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3323466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3780169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4236872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4693576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5150279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5606983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tx86"/>
            <p:cNvSpPr/>
            <p:nvPr/>
          </p:nvSpPr>
          <p:spPr>
            <a:xfrm>
              <a:off x="1465575" y="423300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1922278" y="423300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2347903" y="4234369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2804607" y="423300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3261310" y="4234369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24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3718014" y="4232950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93" name="tx92"/>
            <p:cNvSpPr/>
            <p:nvPr/>
          </p:nvSpPr>
          <p:spPr>
            <a:xfrm>
              <a:off x="4174717" y="4232950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36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4631420" y="4234369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42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5088124" y="423300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48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5544827" y="4233332"/>
              <a:ext cx="124311" cy="813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2937590" y="4341906"/>
              <a:ext cx="130457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Days Post Challenge</a:t>
              </a:r>
            </a:p>
          </p:txBody>
        </p:sp>
        <p:sp>
          <p:nvSpPr>
            <p:cNvPr id="98" name="tx97"/>
            <p:cNvSpPr/>
            <p:nvPr/>
          </p:nvSpPr>
          <p:spPr>
            <a:xfrm rot="-5400000">
              <a:off x="424472" y="2512475"/>
              <a:ext cx="1187927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Probability</a:t>
              </a:r>
            </a:p>
          </p:txBody>
        </p:sp>
        <p:sp>
          <p:nvSpPr>
            <p:cNvPr id="99" name="rc98"/>
            <p:cNvSpPr/>
            <p:nvPr/>
          </p:nvSpPr>
          <p:spPr>
            <a:xfrm>
              <a:off x="5822278" y="1970032"/>
              <a:ext cx="508932" cy="121599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tx99"/>
            <p:cNvSpPr/>
            <p:nvPr/>
          </p:nvSpPr>
          <p:spPr>
            <a:xfrm>
              <a:off x="5891867" y="2053366"/>
              <a:ext cx="349181" cy="100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Trt.ID</a:t>
              </a:r>
            </a:p>
          </p:txBody>
        </p:sp>
        <p:sp>
          <p:nvSpPr>
            <p:cNvPr id="101" name="rc100"/>
            <p:cNvSpPr/>
            <p:nvPr/>
          </p:nvSpPr>
          <p:spPr>
            <a:xfrm>
              <a:off x="5891867" y="2238610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5913812" y="234833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tx102"/>
            <p:cNvSpPr/>
            <p:nvPr/>
          </p:nvSpPr>
          <p:spPr>
            <a:xfrm>
              <a:off x="5950611" y="2327237"/>
              <a:ext cx="101968" cy="8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4">
                  <a:solidFill>
                    <a:srgbClr val="F8766D">
                      <a:alpha val="100000"/>
                    </a:srgbClr>
                  </a:solidFill>
                  <a:latin typeface="Arial"/>
                  <a:cs typeface="Arial"/>
                </a:rPr>
                <a:t>+</a:t>
              </a:r>
            </a:p>
          </p:txBody>
        </p:sp>
        <p:sp>
          <p:nvSpPr>
            <p:cNvPr id="104" name="rc103"/>
            <p:cNvSpPr/>
            <p:nvPr/>
          </p:nvSpPr>
          <p:spPr>
            <a:xfrm>
              <a:off x="5891867" y="2458066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5913812" y="256779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tx105"/>
            <p:cNvSpPr/>
            <p:nvPr/>
          </p:nvSpPr>
          <p:spPr>
            <a:xfrm>
              <a:off x="5950611" y="2546693"/>
              <a:ext cx="101968" cy="8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4">
                  <a:solidFill>
                    <a:srgbClr val="7CAE00">
                      <a:alpha val="100000"/>
                    </a:srgbClr>
                  </a:solidFill>
                  <a:latin typeface="Arial"/>
                  <a:cs typeface="Arial"/>
                </a:rPr>
                <a:t>+</a:t>
              </a:r>
            </a:p>
          </p:txBody>
        </p:sp>
        <p:sp>
          <p:nvSpPr>
            <p:cNvPr id="107" name="rc106"/>
            <p:cNvSpPr/>
            <p:nvPr/>
          </p:nvSpPr>
          <p:spPr>
            <a:xfrm>
              <a:off x="5891867" y="2677522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5913812" y="278725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tx108"/>
            <p:cNvSpPr/>
            <p:nvPr/>
          </p:nvSpPr>
          <p:spPr>
            <a:xfrm>
              <a:off x="5950611" y="2766149"/>
              <a:ext cx="101968" cy="8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4">
                  <a:solidFill>
                    <a:srgbClr val="00BFC4">
                      <a:alpha val="100000"/>
                    </a:srgbClr>
                  </a:solidFill>
                  <a:latin typeface="Arial"/>
                  <a:cs typeface="Arial"/>
                </a:rPr>
                <a:t>+</a:t>
              </a:r>
            </a:p>
          </p:txBody>
        </p:sp>
        <p:sp>
          <p:nvSpPr>
            <p:cNvPr id="110" name="rc109"/>
            <p:cNvSpPr/>
            <p:nvPr/>
          </p:nvSpPr>
          <p:spPr>
            <a:xfrm>
              <a:off x="5891867" y="2896978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5913812" y="30067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tx111"/>
            <p:cNvSpPr/>
            <p:nvPr/>
          </p:nvSpPr>
          <p:spPr>
            <a:xfrm>
              <a:off x="5950611" y="2985605"/>
              <a:ext cx="101968" cy="8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4">
                  <a:solidFill>
                    <a:srgbClr val="C77CFF">
                      <a:alpha val="100000"/>
                    </a:srgbClr>
                  </a:solidFill>
                  <a:latin typeface="Arial"/>
                  <a:cs typeface="Arial"/>
                </a:rPr>
                <a:t>+</a:t>
              </a:r>
            </a:p>
          </p:txBody>
        </p:sp>
        <p:sp>
          <p:nvSpPr>
            <p:cNvPr id="113" name="tx112"/>
            <p:cNvSpPr/>
            <p:nvPr/>
          </p:nvSpPr>
          <p:spPr>
            <a:xfrm>
              <a:off x="6180912" y="2308338"/>
              <a:ext cx="74543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4" name="tx113"/>
            <p:cNvSpPr/>
            <p:nvPr/>
          </p:nvSpPr>
          <p:spPr>
            <a:xfrm>
              <a:off x="6180912" y="2527794"/>
              <a:ext cx="74543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5" name="tx114"/>
            <p:cNvSpPr/>
            <p:nvPr/>
          </p:nvSpPr>
          <p:spPr>
            <a:xfrm>
              <a:off x="6180912" y="2744521"/>
              <a:ext cx="80709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16" name="tx115"/>
            <p:cNvSpPr/>
            <p:nvPr/>
          </p:nvSpPr>
          <p:spPr>
            <a:xfrm>
              <a:off x="6180912" y="2966706"/>
              <a:ext cx="80709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2025-07-21T09:01:38Z</dcterms:modified>
  <cp:category/>
</cp:coreProperties>
</file>