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3657600"/>
            <a:chOff x="914400" y="914400"/>
            <a:chExt cx="5486400" cy="36576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428330" y="983989"/>
              <a:ext cx="4254769" cy="318807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28330" y="3778615"/>
              <a:ext cx="4254769" cy="0"/>
            </a:xfrm>
            <a:custGeom>
              <a:avLst/>
              <a:pathLst>
                <a:path w="4254769" h="0">
                  <a:moveTo>
                    <a:pt x="0" y="0"/>
                  </a:moveTo>
                  <a:lnTo>
                    <a:pt x="42547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428330" y="3054224"/>
              <a:ext cx="4254769" cy="0"/>
            </a:xfrm>
            <a:custGeom>
              <a:avLst/>
              <a:pathLst>
                <a:path w="4254769" h="0">
                  <a:moveTo>
                    <a:pt x="0" y="0"/>
                  </a:moveTo>
                  <a:lnTo>
                    <a:pt x="42547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428330" y="2329833"/>
              <a:ext cx="4254769" cy="0"/>
            </a:xfrm>
            <a:custGeom>
              <a:avLst/>
              <a:pathLst>
                <a:path w="4254769" h="0">
                  <a:moveTo>
                    <a:pt x="0" y="0"/>
                  </a:moveTo>
                  <a:lnTo>
                    <a:pt x="42547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428330" y="1605442"/>
              <a:ext cx="4254769" cy="0"/>
            </a:xfrm>
            <a:custGeom>
              <a:avLst/>
              <a:pathLst>
                <a:path w="4254769" h="0">
                  <a:moveTo>
                    <a:pt x="0" y="0"/>
                  </a:moveTo>
                  <a:lnTo>
                    <a:pt x="4254769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660409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124565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2588722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3052879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3517035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3981192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4445349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4909505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5373662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428330" y="4140810"/>
              <a:ext cx="4254769" cy="0"/>
            </a:xfrm>
            <a:custGeom>
              <a:avLst/>
              <a:pathLst>
                <a:path w="4254769" h="0">
                  <a:moveTo>
                    <a:pt x="0" y="0"/>
                  </a:moveTo>
                  <a:lnTo>
                    <a:pt x="42547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428330" y="3416419"/>
              <a:ext cx="4254769" cy="0"/>
            </a:xfrm>
            <a:custGeom>
              <a:avLst/>
              <a:pathLst>
                <a:path w="4254769" h="0">
                  <a:moveTo>
                    <a:pt x="0" y="0"/>
                  </a:moveTo>
                  <a:lnTo>
                    <a:pt x="42547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428330" y="2692028"/>
              <a:ext cx="4254769" cy="0"/>
            </a:xfrm>
            <a:custGeom>
              <a:avLst/>
              <a:pathLst>
                <a:path w="4254769" h="0">
                  <a:moveTo>
                    <a:pt x="0" y="0"/>
                  </a:moveTo>
                  <a:lnTo>
                    <a:pt x="42547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428330" y="1967637"/>
              <a:ext cx="4254769" cy="0"/>
            </a:xfrm>
            <a:custGeom>
              <a:avLst/>
              <a:pathLst>
                <a:path w="4254769" h="0">
                  <a:moveTo>
                    <a:pt x="0" y="0"/>
                  </a:moveTo>
                  <a:lnTo>
                    <a:pt x="42547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428330" y="1243246"/>
              <a:ext cx="4254769" cy="0"/>
            </a:xfrm>
            <a:custGeom>
              <a:avLst/>
              <a:pathLst>
                <a:path w="4254769" h="0">
                  <a:moveTo>
                    <a:pt x="0" y="0"/>
                  </a:moveTo>
                  <a:lnTo>
                    <a:pt x="4254769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428330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892487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2356644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2820800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3284957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3749114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4213270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4677427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5141584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5605740" y="983989"/>
              <a:ext cx="0" cy="3188077"/>
            </a:xfrm>
            <a:custGeom>
              <a:avLst/>
              <a:pathLst>
                <a:path w="0" h="3188077">
                  <a:moveTo>
                    <a:pt x="0" y="318807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1467010" y="1967281"/>
              <a:ext cx="4100050" cy="2173523"/>
            </a:xfrm>
            <a:custGeom>
              <a:avLst/>
              <a:pathLst>
                <a:path w="4100050" h="2173523">
                  <a:moveTo>
                    <a:pt x="0" y="2173523"/>
                  </a:moveTo>
                  <a:lnTo>
                    <a:pt x="77359" y="2173519"/>
                  </a:lnTo>
                  <a:lnTo>
                    <a:pt x="154718" y="2173513"/>
                  </a:lnTo>
                  <a:lnTo>
                    <a:pt x="232078" y="2173504"/>
                  </a:lnTo>
                  <a:lnTo>
                    <a:pt x="309437" y="2173490"/>
                  </a:lnTo>
                  <a:lnTo>
                    <a:pt x="386797" y="2173467"/>
                  </a:lnTo>
                  <a:lnTo>
                    <a:pt x="464156" y="2173430"/>
                  </a:lnTo>
                  <a:lnTo>
                    <a:pt x="541516" y="2173372"/>
                  </a:lnTo>
                  <a:lnTo>
                    <a:pt x="618875" y="2173281"/>
                  </a:lnTo>
                  <a:lnTo>
                    <a:pt x="696234" y="2173137"/>
                  </a:lnTo>
                  <a:lnTo>
                    <a:pt x="773594" y="2172909"/>
                  </a:lnTo>
                  <a:lnTo>
                    <a:pt x="850953" y="2172549"/>
                  </a:lnTo>
                  <a:lnTo>
                    <a:pt x="928313" y="2171980"/>
                  </a:lnTo>
                  <a:lnTo>
                    <a:pt x="1005672" y="2171083"/>
                  </a:lnTo>
                  <a:lnTo>
                    <a:pt x="1083032" y="2169667"/>
                  </a:lnTo>
                  <a:lnTo>
                    <a:pt x="1160391" y="2167441"/>
                  </a:lnTo>
                  <a:lnTo>
                    <a:pt x="1237751" y="2163941"/>
                  </a:lnTo>
                  <a:lnTo>
                    <a:pt x="1315110" y="2158487"/>
                  </a:lnTo>
                  <a:lnTo>
                    <a:pt x="1392469" y="2150011"/>
                  </a:lnTo>
                  <a:lnTo>
                    <a:pt x="1469829" y="2137003"/>
                  </a:lnTo>
                  <a:lnTo>
                    <a:pt x="1547188" y="2117518"/>
                  </a:lnTo>
                  <a:lnTo>
                    <a:pt x="1624548" y="2088473"/>
                  </a:lnTo>
                  <a:lnTo>
                    <a:pt x="1701907" y="2049355"/>
                  </a:lnTo>
                  <a:lnTo>
                    <a:pt x="1779267" y="1994383"/>
                  </a:lnTo>
                  <a:lnTo>
                    <a:pt x="1856626" y="1929716"/>
                  </a:lnTo>
                  <a:lnTo>
                    <a:pt x="1933986" y="1849927"/>
                  </a:lnTo>
                  <a:lnTo>
                    <a:pt x="2011345" y="1772653"/>
                  </a:lnTo>
                  <a:lnTo>
                    <a:pt x="2088704" y="1674936"/>
                  </a:lnTo>
                  <a:lnTo>
                    <a:pt x="2166064" y="1550913"/>
                  </a:lnTo>
                  <a:lnTo>
                    <a:pt x="2243423" y="1356487"/>
                  </a:lnTo>
                  <a:lnTo>
                    <a:pt x="2320783" y="1081823"/>
                  </a:lnTo>
                  <a:lnTo>
                    <a:pt x="2398142" y="752367"/>
                  </a:lnTo>
                  <a:lnTo>
                    <a:pt x="2475502" y="376663"/>
                  </a:lnTo>
                  <a:lnTo>
                    <a:pt x="2552861" y="144516"/>
                  </a:lnTo>
                  <a:lnTo>
                    <a:pt x="2630221" y="0"/>
                  </a:lnTo>
                  <a:lnTo>
                    <a:pt x="2707580" y="251"/>
                  </a:lnTo>
                  <a:lnTo>
                    <a:pt x="2784939" y="167289"/>
                  </a:lnTo>
                  <a:lnTo>
                    <a:pt x="2862299" y="393984"/>
                  </a:lnTo>
                  <a:lnTo>
                    <a:pt x="2939658" y="664925"/>
                  </a:lnTo>
                  <a:lnTo>
                    <a:pt x="3017018" y="896824"/>
                  </a:lnTo>
                  <a:lnTo>
                    <a:pt x="3094377" y="1069639"/>
                  </a:lnTo>
                  <a:lnTo>
                    <a:pt x="3171737" y="1180765"/>
                  </a:lnTo>
                  <a:lnTo>
                    <a:pt x="3249096" y="1217925"/>
                  </a:lnTo>
                  <a:lnTo>
                    <a:pt x="3326456" y="1200803"/>
                  </a:lnTo>
                  <a:lnTo>
                    <a:pt x="3403815" y="1145772"/>
                  </a:lnTo>
                  <a:lnTo>
                    <a:pt x="3481174" y="1094446"/>
                  </a:lnTo>
                  <a:lnTo>
                    <a:pt x="3558534" y="1051293"/>
                  </a:lnTo>
                  <a:lnTo>
                    <a:pt x="3635893" y="1133923"/>
                  </a:lnTo>
                  <a:lnTo>
                    <a:pt x="3713253" y="1244251"/>
                  </a:lnTo>
                  <a:lnTo>
                    <a:pt x="3790612" y="1409276"/>
                  </a:lnTo>
                  <a:lnTo>
                    <a:pt x="3867972" y="1559205"/>
                  </a:lnTo>
                  <a:lnTo>
                    <a:pt x="3945331" y="1689504"/>
                  </a:lnTo>
                  <a:lnTo>
                    <a:pt x="4022691" y="1784485"/>
                  </a:lnTo>
                  <a:lnTo>
                    <a:pt x="4100050" y="1858925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1467010" y="1600469"/>
              <a:ext cx="4100050" cy="2540293"/>
            </a:xfrm>
            <a:custGeom>
              <a:avLst/>
              <a:pathLst>
                <a:path w="4100050" h="2540293">
                  <a:moveTo>
                    <a:pt x="0" y="2540293"/>
                  </a:moveTo>
                  <a:lnTo>
                    <a:pt x="77359" y="2540267"/>
                  </a:lnTo>
                  <a:lnTo>
                    <a:pt x="154718" y="2540225"/>
                  </a:lnTo>
                  <a:lnTo>
                    <a:pt x="232078" y="2540160"/>
                  </a:lnTo>
                  <a:lnTo>
                    <a:pt x="309437" y="2540060"/>
                  </a:lnTo>
                  <a:lnTo>
                    <a:pt x="386797" y="2539903"/>
                  </a:lnTo>
                  <a:lnTo>
                    <a:pt x="464156" y="2539658"/>
                  </a:lnTo>
                  <a:lnTo>
                    <a:pt x="541516" y="2539277"/>
                  </a:lnTo>
                  <a:lnTo>
                    <a:pt x="618875" y="2538685"/>
                  </a:lnTo>
                  <a:lnTo>
                    <a:pt x="696234" y="2537763"/>
                  </a:lnTo>
                  <a:lnTo>
                    <a:pt x="773594" y="2536329"/>
                  </a:lnTo>
                  <a:lnTo>
                    <a:pt x="850953" y="2534101"/>
                  </a:lnTo>
                  <a:lnTo>
                    <a:pt x="928313" y="2530642"/>
                  </a:lnTo>
                  <a:lnTo>
                    <a:pt x="1005672" y="2525291"/>
                  </a:lnTo>
                  <a:lnTo>
                    <a:pt x="1083032" y="2517010"/>
                  </a:lnTo>
                  <a:lnTo>
                    <a:pt x="1160391" y="2504353"/>
                  </a:lnTo>
                  <a:lnTo>
                    <a:pt x="1237751" y="2484941"/>
                  </a:lnTo>
                  <a:lnTo>
                    <a:pt x="1315110" y="2456016"/>
                  </a:lnTo>
                  <a:lnTo>
                    <a:pt x="1392469" y="2413163"/>
                  </a:lnTo>
                  <a:lnTo>
                    <a:pt x="1469829" y="2352025"/>
                  </a:lnTo>
                  <a:lnTo>
                    <a:pt x="1547188" y="2267864"/>
                  </a:lnTo>
                  <a:lnTo>
                    <a:pt x="1624548" y="2152994"/>
                  </a:lnTo>
                  <a:lnTo>
                    <a:pt x="1701907" y="2000460"/>
                  </a:lnTo>
                  <a:lnTo>
                    <a:pt x="1779267" y="1792388"/>
                  </a:lnTo>
                  <a:lnTo>
                    <a:pt x="1856626" y="1536644"/>
                  </a:lnTo>
                  <a:lnTo>
                    <a:pt x="1933986" y="1215530"/>
                  </a:lnTo>
                  <a:lnTo>
                    <a:pt x="2011345" y="869372"/>
                  </a:lnTo>
                  <a:lnTo>
                    <a:pt x="2088704" y="523704"/>
                  </a:lnTo>
                  <a:lnTo>
                    <a:pt x="2166064" y="211545"/>
                  </a:lnTo>
                  <a:lnTo>
                    <a:pt x="2243423" y="70192"/>
                  </a:lnTo>
                  <a:lnTo>
                    <a:pt x="2320783" y="0"/>
                  </a:lnTo>
                  <a:lnTo>
                    <a:pt x="2398142" y="146842"/>
                  </a:lnTo>
                  <a:lnTo>
                    <a:pt x="2475502" y="309274"/>
                  </a:lnTo>
                  <a:lnTo>
                    <a:pt x="2552861" y="523880"/>
                  </a:lnTo>
                  <a:lnTo>
                    <a:pt x="2630221" y="724349"/>
                  </a:lnTo>
                  <a:lnTo>
                    <a:pt x="2707580" y="912519"/>
                  </a:lnTo>
                  <a:lnTo>
                    <a:pt x="2784939" y="1085135"/>
                  </a:lnTo>
                  <a:lnTo>
                    <a:pt x="2862299" y="1241206"/>
                  </a:lnTo>
                  <a:lnTo>
                    <a:pt x="2939658" y="1394068"/>
                  </a:lnTo>
                  <a:lnTo>
                    <a:pt x="3017018" y="1535035"/>
                  </a:lnTo>
                  <a:lnTo>
                    <a:pt x="3094377" y="1685410"/>
                  </a:lnTo>
                  <a:lnTo>
                    <a:pt x="3171737" y="1828568"/>
                  </a:lnTo>
                  <a:lnTo>
                    <a:pt x="3249096" y="1969098"/>
                  </a:lnTo>
                  <a:lnTo>
                    <a:pt x="3326456" y="2094723"/>
                  </a:lnTo>
                  <a:lnTo>
                    <a:pt x="3403815" y="2199244"/>
                  </a:lnTo>
                  <a:lnTo>
                    <a:pt x="3481174" y="2282867"/>
                  </a:lnTo>
                  <a:lnTo>
                    <a:pt x="3558534" y="2346731"/>
                  </a:lnTo>
                  <a:lnTo>
                    <a:pt x="3635893" y="2396854"/>
                  </a:lnTo>
                  <a:lnTo>
                    <a:pt x="3713253" y="2434558"/>
                  </a:lnTo>
                  <a:lnTo>
                    <a:pt x="3790612" y="2463303"/>
                  </a:lnTo>
                  <a:lnTo>
                    <a:pt x="3867972" y="2484436"/>
                  </a:lnTo>
                  <a:lnTo>
                    <a:pt x="3945331" y="2499897"/>
                  </a:lnTo>
                  <a:lnTo>
                    <a:pt x="4022691" y="2511120"/>
                  </a:lnTo>
                  <a:lnTo>
                    <a:pt x="4100050" y="2519237"/>
                  </a:lnTo>
                </a:path>
              </a:pathLst>
            </a:custGeom>
            <a:ln w="27101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1467010" y="1706794"/>
              <a:ext cx="4100050" cy="2434009"/>
            </a:xfrm>
            <a:custGeom>
              <a:avLst/>
              <a:pathLst>
                <a:path w="4100050" h="2434009">
                  <a:moveTo>
                    <a:pt x="0" y="2434009"/>
                  </a:moveTo>
                  <a:lnTo>
                    <a:pt x="77359" y="2434005"/>
                  </a:lnTo>
                  <a:lnTo>
                    <a:pt x="154718" y="2433999"/>
                  </a:lnTo>
                  <a:lnTo>
                    <a:pt x="232078" y="2433989"/>
                  </a:lnTo>
                  <a:lnTo>
                    <a:pt x="309437" y="2433974"/>
                  </a:lnTo>
                  <a:lnTo>
                    <a:pt x="386797" y="2433950"/>
                  </a:lnTo>
                  <a:lnTo>
                    <a:pt x="464156" y="2433914"/>
                  </a:lnTo>
                  <a:lnTo>
                    <a:pt x="541516" y="2433857"/>
                  </a:lnTo>
                  <a:lnTo>
                    <a:pt x="618875" y="2433768"/>
                  </a:lnTo>
                  <a:lnTo>
                    <a:pt x="696234" y="2433630"/>
                  </a:lnTo>
                  <a:lnTo>
                    <a:pt x="773594" y="2433415"/>
                  </a:lnTo>
                  <a:lnTo>
                    <a:pt x="850953" y="2433081"/>
                  </a:lnTo>
                  <a:lnTo>
                    <a:pt x="928313" y="2432560"/>
                  </a:lnTo>
                  <a:lnTo>
                    <a:pt x="1005672" y="2431750"/>
                  </a:lnTo>
                  <a:lnTo>
                    <a:pt x="1083032" y="2430491"/>
                  </a:lnTo>
                  <a:lnTo>
                    <a:pt x="1160391" y="2428538"/>
                  </a:lnTo>
                  <a:lnTo>
                    <a:pt x="1237751" y="2425506"/>
                  </a:lnTo>
                  <a:lnTo>
                    <a:pt x="1315110" y="2420831"/>
                  </a:lnTo>
                  <a:lnTo>
                    <a:pt x="1392469" y="2413632"/>
                  </a:lnTo>
                  <a:lnTo>
                    <a:pt x="1469829" y="2402637"/>
                  </a:lnTo>
                  <a:lnTo>
                    <a:pt x="1547188" y="2386095"/>
                  </a:lnTo>
                  <a:lnTo>
                    <a:pt x="1624548" y="2361276"/>
                  </a:lnTo>
                  <a:lnTo>
                    <a:pt x="1701907" y="2325718"/>
                  </a:lnTo>
                  <a:lnTo>
                    <a:pt x="1779267" y="2273575"/>
                  </a:lnTo>
                  <a:lnTo>
                    <a:pt x="1856626" y="2197257"/>
                  </a:lnTo>
                  <a:lnTo>
                    <a:pt x="1933986" y="2086645"/>
                  </a:lnTo>
                  <a:lnTo>
                    <a:pt x="2011345" y="1932380"/>
                  </a:lnTo>
                  <a:lnTo>
                    <a:pt x="2088704" y="1727519"/>
                  </a:lnTo>
                  <a:lnTo>
                    <a:pt x="2166064" y="1463597"/>
                  </a:lnTo>
                  <a:lnTo>
                    <a:pt x="2243423" y="1174712"/>
                  </a:lnTo>
                  <a:lnTo>
                    <a:pt x="2320783" y="833248"/>
                  </a:lnTo>
                  <a:lnTo>
                    <a:pt x="2398142" y="557576"/>
                  </a:lnTo>
                  <a:lnTo>
                    <a:pt x="2475502" y="267495"/>
                  </a:lnTo>
                  <a:lnTo>
                    <a:pt x="2552861" y="53166"/>
                  </a:lnTo>
                  <a:lnTo>
                    <a:pt x="2630221" y="0"/>
                  </a:lnTo>
                  <a:lnTo>
                    <a:pt x="2707580" y="169985"/>
                  </a:lnTo>
                  <a:lnTo>
                    <a:pt x="2784939" y="510267"/>
                  </a:lnTo>
                  <a:lnTo>
                    <a:pt x="2862299" y="871703"/>
                  </a:lnTo>
                  <a:lnTo>
                    <a:pt x="2939658" y="1209473"/>
                  </a:lnTo>
                  <a:lnTo>
                    <a:pt x="3017018" y="1472912"/>
                  </a:lnTo>
                  <a:lnTo>
                    <a:pt x="3094377" y="1653216"/>
                  </a:lnTo>
                  <a:lnTo>
                    <a:pt x="3171737" y="1785297"/>
                  </a:lnTo>
                  <a:lnTo>
                    <a:pt x="3249096" y="1873728"/>
                  </a:lnTo>
                  <a:lnTo>
                    <a:pt x="3326456" y="1943429"/>
                  </a:lnTo>
                  <a:lnTo>
                    <a:pt x="3403815" y="2000519"/>
                  </a:lnTo>
                  <a:lnTo>
                    <a:pt x="3481174" y="2063560"/>
                  </a:lnTo>
                  <a:lnTo>
                    <a:pt x="3558534" y="2120014"/>
                  </a:lnTo>
                  <a:lnTo>
                    <a:pt x="3635893" y="2173388"/>
                  </a:lnTo>
                  <a:lnTo>
                    <a:pt x="3713253" y="2221144"/>
                  </a:lnTo>
                  <a:lnTo>
                    <a:pt x="3790612" y="2266558"/>
                  </a:lnTo>
                  <a:lnTo>
                    <a:pt x="3867972" y="2304288"/>
                  </a:lnTo>
                  <a:lnTo>
                    <a:pt x="3945331" y="2334855"/>
                  </a:lnTo>
                  <a:lnTo>
                    <a:pt x="4022691" y="2358650"/>
                  </a:lnTo>
                  <a:lnTo>
                    <a:pt x="4100050" y="2376835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1467010" y="1015244"/>
              <a:ext cx="4100050" cy="3125566"/>
            </a:xfrm>
            <a:custGeom>
              <a:avLst/>
              <a:pathLst>
                <a:path w="4100050" h="3125566">
                  <a:moveTo>
                    <a:pt x="0" y="3125566"/>
                  </a:moveTo>
                  <a:lnTo>
                    <a:pt x="77359" y="3125566"/>
                  </a:lnTo>
                  <a:lnTo>
                    <a:pt x="154718" y="3125566"/>
                  </a:lnTo>
                  <a:lnTo>
                    <a:pt x="232078" y="3125566"/>
                  </a:lnTo>
                  <a:lnTo>
                    <a:pt x="309437" y="3125566"/>
                  </a:lnTo>
                  <a:lnTo>
                    <a:pt x="386797" y="3125565"/>
                  </a:lnTo>
                  <a:lnTo>
                    <a:pt x="464156" y="3125565"/>
                  </a:lnTo>
                  <a:lnTo>
                    <a:pt x="541516" y="3125564"/>
                  </a:lnTo>
                  <a:lnTo>
                    <a:pt x="618875" y="3125562"/>
                  </a:lnTo>
                  <a:lnTo>
                    <a:pt x="696234" y="3125559"/>
                  </a:lnTo>
                  <a:lnTo>
                    <a:pt x="773594" y="3125551"/>
                  </a:lnTo>
                  <a:lnTo>
                    <a:pt x="850953" y="3125536"/>
                  </a:lnTo>
                  <a:lnTo>
                    <a:pt x="928313" y="3125506"/>
                  </a:lnTo>
                  <a:lnTo>
                    <a:pt x="1005672" y="3125443"/>
                  </a:lnTo>
                  <a:lnTo>
                    <a:pt x="1083032" y="3125316"/>
                  </a:lnTo>
                  <a:lnTo>
                    <a:pt x="1160391" y="3125055"/>
                  </a:lnTo>
                  <a:lnTo>
                    <a:pt x="1237751" y="3124521"/>
                  </a:lnTo>
                  <a:lnTo>
                    <a:pt x="1315110" y="3123433"/>
                  </a:lnTo>
                  <a:lnTo>
                    <a:pt x="1392469" y="3121214"/>
                  </a:lnTo>
                  <a:lnTo>
                    <a:pt x="1469829" y="3116697"/>
                  </a:lnTo>
                  <a:lnTo>
                    <a:pt x="1547188" y="3107562"/>
                  </a:lnTo>
                  <a:lnTo>
                    <a:pt x="1624548" y="3089127"/>
                  </a:lnTo>
                  <a:lnTo>
                    <a:pt x="1701907" y="3053221"/>
                  </a:lnTo>
                  <a:lnTo>
                    <a:pt x="1779267" y="2983006"/>
                  </a:lnTo>
                  <a:lnTo>
                    <a:pt x="1856626" y="2865657"/>
                  </a:lnTo>
                  <a:lnTo>
                    <a:pt x="1933986" y="2674304"/>
                  </a:lnTo>
                  <a:lnTo>
                    <a:pt x="2011345" y="2440569"/>
                  </a:lnTo>
                  <a:lnTo>
                    <a:pt x="2088704" y="2117570"/>
                  </a:lnTo>
                  <a:lnTo>
                    <a:pt x="2166064" y="1687631"/>
                  </a:lnTo>
                  <a:lnTo>
                    <a:pt x="2243423" y="1402570"/>
                  </a:lnTo>
                  <a:lnTo>
                    <a:pt x="2320783" y="1187856"/>
                  </a:lnTo>
                  <a:lnTo>
                    <a:pt x="2398142" y="1040917"/>
                  </a:lnTo>
                  <a:lnTo>
                    <a:pt x="2475502" y="824616"/>
                  </a:lnTo>
                  <a:lnTo>
                    <a:pt x="2552861" y="294446"/>
                  </a:lnTo>
                  <a:lnTo>
                    <a:pt x="2630221" y="0"/>
                  </a:lnTo>
                  <a:lnTo>
                    <a:pt x="2707580" y="131016"/>
                  </a:lnTo>
                  <a:lnTo>
                    <a:pt x="2784939" y="575954"/>
                  </a:lnTo>
                  <a:lnTo>
                    <a:pt x="2862299" y="1079186"/>
                  </a:lnTo>
                  <a:lnTo>
                    <a:pt x="2939658" y="1799983"/>
                  </a:lnTo>
                  <a:lnTo>
                    <a:pt x="3017018" y="2288253"/>
                  </a:lnTo>
                  <a:lnTo>
                    <a:pt x="3094377" y="2601367"/>
                  </a:lnTo>
                  <a:lnTo>
                    <a:pt x="3171737" y="2784689"/>
                  </a:lnTo>
                  <a:lnTo>
                    <a:pt x="3249096" y="2888873"/>
                  </a:lnTo>
                  <a:lnTo>
                    <a:pt x="3326456" y="2943226"/>
                  </a:lnTo>
                  <a:lnTo>
                    <a:pt x="3403815" y="2975027"/>
                  </a:lnTo>
                  <a:lnTo>
                    <a:pt x="3481174" y="2983530"/>
                  </a:lnTo>
                  <a:lnTo>
                    <a:pt x="3558534" y="2987414"/>
                  </a:lnTo>
                  <a:lnTo>
                    <a:pt x="3635893" y="2984007"/>
                  </a:lnTo>
                  <a:lnTo>
                    <a:pt x="3713253" y="2982376"/>
                  </a:lnTo>
                  <a:lnTo>
                    <a:pt x="3790612" y="2985024"/>
                  </a:lnTo>
                  <a:lnTo>
                    <a:pt x="3867972" y="2993731"/>
                  </a:lnTo>
                  <a:lnTo>
                    <a:pt x="3945331" y="3006703"/>
                  </a:lnTo>
                  <a:lnTo>
                    <a:pt x="4022691" y="3021960"/>
                  </a:lnTo>
                  <a:lnTo>
                    <a:pt x="4100050" y="3036183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1442184" y="4115937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1519544" y="4115910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1596903" y="4115868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1674262" y="4115804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1751622" y="4115703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1828981" y="4115546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1906341" y="4115301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1983700" y="4114921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2061060" y="4114328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2138419" y="4113406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2215779" y="4111972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2293138" y="4109744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2370497" y="4106285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2447857" y="4100934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2525216" y="4092653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2602576" y="4079996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2679935" y="4060584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2757295" y="4031659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2834654" y="3988806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2912014" y="3927669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2989373" y="3843508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3066732" y="3728637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3144092" y="3576103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3221451" y="3368031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3298811" y="3112287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3376170" y="2791173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3453530" y="2445015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3530889" y="2099348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3608249" y="1787188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3685608" y="1645836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3762967" y="1575643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3840327" y="1722485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3917686" y="1884918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3995046" y="2099524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4072405" y="2299993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4149765" y="2488162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4227124" y="2660778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4304484" y="2816850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4381843" y="2969711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4459202" y="3110679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4536562" y="3261053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4613921" y="3404211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4691281" y="3544741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4768640" y="3670367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4846000" y="3774887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4923359" y="3858510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5000719" y="3922375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5078078" y="3972498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6"/>
            <p:cNvSpPr/>
            <p:nvPr/>
          </p:nvSpPr>
          <p:spPr>
            <a:xfrm>
              <a:off x="5155437" y="4010201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7"/>
            <p:cNvSpPr/>
            <p:nvPr/>
          </p:nvSpPr>
          <p:spPr>
            <a:xfrm>
              <a:off x="5232797" y="4038946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5310156" y="4060079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9"/>
            <p:cNvSpPr/>
            <p:nvPr/>
          </p:nvSpPr>
          <p:spPr>
            <a:xfrm>
              <a:off x="5387516" y="4075541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0"/>
            <p:cNvSpPr/>
            <p:nvPr/>
          </p:nvSpPr>
          <p:spPr>
            <a:xfrm>
              <a:off x="5464875" y="4086763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1"/>
            <p:cNvSpPr/>
            <p:nvPr/>
          </p:nvSpPr>
          <p:spPr>
            <a:xfrm>
              <a:off x="5542235" y="4094880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2"/>
            <p:cNvSpPr/>
            <p:nvPr/>
          </p:nvSpPr>
          <p:spPr>
            <a:xfrm>
              <a:off x="1442184" y="4115977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3"/>
            <p:cNvSpPr/>
            <p:nvPr/>
          </p:nvSpPr>
          <p:spPr>
            <a:xfrm>
              <a:off x="1519544" y="4115973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4"/>
            <p:cNvSpPr/>
            <p:nvPr/>
          </p:nvSpPr>
          <p:spPr>
            <a:xfrm>
              <a:off x="1596903" y="4115967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5"/>
            <p:cNvSpPr/>
            <p:nvPr/>
          </p:nvSpPr>
          <p:spPr>
            <a:xfrm>
              <a:off x="1674262" y="4115957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6"/>
            <p:cNvSpPr/>
            <p:nvPr/>
          </p:nvSpPr>
          <p:spPr>
            <a:xfrm>
              <a:off x="1751622" y="4115942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7"/>
            <p:cNvSpPr/>
            <p:nvPr/>
          </p:nvSpPr>
          <p:spPr>
            <a:xfrm>
              <a:off x="1828981" y="4115919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8"/>
            <p:cNvSpPr/>
            <p:nvPr/>
          </p:nvSpPr>
          <p:spPr>
            <a:xfrm>
              <a:off x="1906341" y="4115882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9"/>
            <p:cNvSpPr/>
            <p:nvPr/>
          </p:nvSpPr>
          <p:spPr>
            <a:xfrm>
              <a:off x="1983700" y="4115825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0"/>
            <p:cNvSpPr/>
            <p:nvPr/>
          </p:nvSpPr>
          <p:spPr>
            <a:xfrm>
              <a:off x="2061060" y="4115737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1"/>
            <p:cNvSpPr/>
            <p:nvPr/>
          </p:nvSpPr>
          <p:spPr>
            <a:xfrm>
              <a:off x="2138419" y="4115599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2"/>
            <p:cNvSpPr/>
            <p:nvPr/>
          </p:nvSpPr>
          <p:spPr>
            <a:xfrm>
              <a:off x="2215779" y="4115384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3"/>
            <p:cNvSpPr/>
            <p:nvPr/>
          </p:nvSpPr>
          <p:spPr>
            <a:xfrm>
              <a:off x="2293138" y="4115049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4"/>
            <p:cNvSpPr/>
            <p:nvPr/>
          </p:nvSpPr>
          <p:spPr>
            <a:xfrm>
              <a:off x="2370497" y="4114529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5"/>
            <p:cNvSpPr/>
            <p:nvPr/>
          </p:nvSpPr>
          <p:spPr>
            <a:xfrm>
              <a:off x="2447857" y="4113719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6"/>
            <p:cNvSpPr/>
            <p:nvPr/>
          </p:nvSpPr>
          <p:spPr>
            <a:xfrm>
              <a:off x="2525216" y="4112459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7"/>
            <p:cNvSpPr/>
            <p:nvPr/>
          </p:nvSpPr>
          <p:spPr>
            <a:xfrm>
              <a:off x="2602576" y="4110506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8"/>
            <p:cNvSpPr/>
            <p:nvPr/>
          </p:nvSpPr>
          <p:spPr>
            <a:xfrm>
              <a:off x="2679935" y="4107475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09"/>
            <p:cNvSpPr/>
            <p:nvPr/>
          </p:nvSpPr>
          <p:spPr>
            <a:xfrm>
              <a:off x="2757295" y="4102800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0"/>
            <p:cNvSpPr/>
            <p:nvPr/>
          </p:nvSpPr>
          <p:spPr>
            <a:xfrm>
              <a:off x="2834654" y="4095601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1"/>
            <p:cNvSpPr/>
            <p:nvPr/>
          </p:nvSpPr>
          <p:spPr>
            <a:xfrm>
              <a:off x="2912014" y="4084606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2"/>
            <p:cNvSpPr/>
            <p:nvPr/>
          </p:nvSpPr>
          <p:spPr>
            <a:xfrm>
              <a:off x="2989373" y="4068063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3"/>
            <p:cNvSpPr/>
            <p:nvPr/>
          </p:nvSpPr>
          <p:spPr>
            <a:xfrm>
              <a:off x="3066732" y="4043245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4"/>
            <p:cNvSpPr/>
            <p:nvPr/>
          </p:nvSpPr>
          <p:spPr>
            <a:xfrm>
              <a:off x="3144092" y="4007686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5"/>
            <p:cNvSpPr/>
            <p:nvPr/>
          </p:nvSpPr>
          <p:spPr>
            <a:xfrm>
              <a:off x="3221451" y="3955543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3298811" y="3879225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7"/>
            <p:cNvSpPr/>
            <p:nvPr/>
          </p:nvSpPr>
          <p:spPr>
            <a:xfrm>
              <a:off x="3376170" y="3768614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8"/>
            <p:cNvSpPr/>
            <p:nvPr/>
          </p:nvSpPr>
          <p:spPr>
            <a:xfrm>
              <a:off x="3453530" y="3614349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3530889" y="3409488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3608249" y="3145566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3685608" y="2856681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3762967" y="2515217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3840327" y="2239544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3917686" y="1949463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5"/>
            <p:cNvSpPr/>
            <p:nvPr/>
          </p:nvSpPr>
          <p:spPr>
            <a:xfrm>
              <a:off x="3995046" y="1735135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6"/>
            <p:cNvSpPr/>
            <p:nvPr/>
          </p:nvSpPr>
          <p:spPr>
            <a:xfrm>
              <a:off x="4072405" y="1681968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4149765" y="1851954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4227124" y="2192235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4304484" y="2553672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4381843" y="2891442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4459202" y="3154880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2"/>
            <p:cNvSpPr/>
            <p:nvPr/>
          </p:nvSpPr>
          <p:spPr>
            <a:xfrm>
              <a:off x="4536562" y="3335185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3"/>
            <p:cNvSpPr/>
            <p:nvPr/>
          </p:nvSpPr>
          <p:spPr>
            <a:xfrm>
              <a:off x="4613921" y="3467265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4"/>
            <p:cNvSpPr/>
            <p:nvPr/>
          </p:nvSpPr>
          <p:spPr>
            <a:xfrm>
              <a:off x="4691281" y="3555696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5"/>
            <p:cNvSpPr/>
            <p:nvPr/>
          </p:nvSpPr>
          <p:spPr>
            <a:xfrm>
              <a:off x="4768640" y="3625398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6"/>
            <p:cNvSpPr/>
            <p:nvPr/>
          </p:nvSpPr>
          <p:spPr>
            <a:xfrm>
              <a:off x="4846000" y="3682487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7"/>
            <p:cNvSpPr/>
            <p:nvPr/>
          </p:nvSpPr>
          <p:spPr>
            <a:xfrm>
              <a:off x="4923359" y="3745529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8"/>
            <p:cNvSpPr/>
            <p:nvPr/>
          </p:nvSpPr>
          <p:spPr>
            <a:xfrm>
              <a:off x="5000719" y="3801983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39"/>
            <p:cNvSpPr/>
            <p:nvPr/>
          </p:nvSpPr>
          <p:spPr>
            <a:xfrm>
              <a:off x="5078078" y="3855357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0"/>
            <p:cNvSpPr/>
            <p:nvPr/>
          </p:nvSpPr>
          <p:spPr>
            <a:xfrm>
              <a:off x="5155437" y="3903112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1"/>
            <p:cNvSpPr/>
            <p:nvPr/>
          </p:nvSpPr>
          <p:spPr>
            <a:xfrm>
              <a:off x="5232797" y="3948527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2"/>
            <p:cNvSpPr/>
            <p:nvPr/>
          </p:nvSpPr>
          <p:spPr>
            <a:xfrm>
              <a:off x="5310156" y="3986256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3"/>
            <p:cNvSpPr/>
            <p:nvPr/>
          </p:nvSpPr>
          <p:spPr>
            <a:xfrm>
              <a:off x="5387516" y="4016823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4"/>
            <p:cNvSpPr/>
            <p:nvPr/>
          </p:nvSpPr>
          <p:spPr>
            <a:xfrm>
              <a:off x="5464875" y="4040619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5"/>
            <p:cNvSpPr/>
            <p:nvPr/>
          </p:nvSpPr>
          <p:spPr>
            <a:xfrm>
              <a:off x="5542235" y="4058803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6"/>
            <p:cNvSpPr/>
            <p:nvPr/>
          </p:nvSpPr>
          <p:spPr>
            <a:xfrm>
              <a:off x="1442184" y="411597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7"/>
            <p:cNvSpPr/>
            <p:nvPr/>
          </p:nvSpPr>
          <p:spPr>
            <a:xfrm>
              <a:off x="1519544" y="4115974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8"/>
            <p:cNvSpPr/>
            <p:nvPr/>
          </p:nvSpPr>
          <p:spPr>
            <a:xfrm>
              <a:off x="1596903" y="4115969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49"/>
            <p:cNvSpPr/>
            <p:nvPr/>
          </p:nvSpPr>
          <p:spPr>
            <a:xfrm>
              <a:off x="1674262" y="4115959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0"/>
            <p:cNvSpPr/>
            <p:nvPr/>
          </p:nvSpPr>
          <p:spPr>
            <a:xfrm>
              <a:off x="1751622" y="411594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1"/>
            <p:cNvSpPr/>
            <p:nvPr/>
          </p:nvSpPr>
          <p:spPr>
            <a:xfrm>
              <a:off x="1828981" y="4115922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2"/>
            <p:cNvSpPr/>
            <p:nvPr/>
          </p:nvSpPr>
          <p:spPr>
            <a:xfrm>
              <a:off x="1906341" y="411588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3"/>
            <p:cNvSpPr/>
            <p:nvPr/>
          </p:nvSpPr>
          <p:spPr>
            <a:xfrm>
              <a:off x="1983700" y="411582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4"/>
            <p:cNvSpPr/>
            <p:nvPr/>
          </p:nvSpPr>
          <p:spPr>
            <a:xfrm>
              <a:off x="2061060" y="4115736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5"/>
            <p:cNvSpPr/>
            <p:nvPr/>
          </p:nvSpPr>
          <p:spPr>
            <a:xfrm>
              <a:off x="2138419" y="4115592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6"/>
            <p:cNvSpPr/>
            <p:nvPr/>
          </p:nvSpPr>
          <p:spPr>
            <a:xfrm>
              <a:off x="2215779" y="4115364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7"/>
            <p:cNvSpPr/>
            <p:nvPr/>
          </p:nvSpPr>
          <p:spPr>
            <a:xfrm>
              <a:off x="2293138" y="4115004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8"/>
            <p:cNvSpPr/>
            <p:nvPr/>
          </p:nvSpPr>
          <p:spPr>
            <a:xfrm>
              <a:off x="2370497" y="411443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59"/>
            <p:cNvSpPr/>
            <p:nvPr/>
          </p:nvSpPr>
          <p:spPr>
            <a:xfrm>
              <a:off x="2447857" y="411353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0"/>
            <p:cNvSpPr/>
            <p:nvPr/>
          </p:nvSpPr>
          <p:spPr>
            <a:xfrm>
              <a:off x="2525216" y="4112122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1"/>
            <p:cNvSpPr/>
            <p:nvPr/>
          </p:nvSpPr>
          <p:spPr>
            <a:xfrm>
              <a:off x="2602576" y="4109896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2"/>
            <p:cNvSpPr/>
            <p:nvPr/>
          </p:nvSpPr>
          <p:spPr>
            <a:xfrm>
              <a:off x="2679935" y="4106396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2757295" y="4100942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4"/>
            <p:cNvSpPr/>
            <p:nvPr/>
          </p:nvSpPr>
          <p:spPr>
            <a:xfrm>
              <a:off x="2834654" y="4092466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5"/>
            <p:cNvSpPr/>
            <p:nvPr/>
          </p:nvSpPr>
          <p:spPr>
            <a:xfrm>
              <a:off x="2912014" y="407945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6"/>
            <p:cNvSpPr/>
            <p:nvPr/>
          </p:nvSpPr>
          <p:spPr>
            <a:xfrm>
              <a:off x="2989373" y="4059974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7"/>
            <p:cNvSpPr/>
            <p:nvPr/>
          </p:nvSpPr>
          <p:spPr>
            <a:xfrm>
              <a:off x="3066732" y="403092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8"/>
            <p:cNvSpPr/>
            <p:nvPr/>
          </p:nvSpPr>
          <p:spPr>
            <a:xfrm>
              <a:off x="3144092" y="399181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69"/>
            <p:cNvSpPr/>
            <p:nvPr/>
          </p:nvSpPr>
          <p:spPr>
            <a:xfrm>
              <a:off x="3221451" y="393683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0"/>
            <p:cNvSpPr/>
            <p:nvPr/>
          </p:nvSpPr>
          <p:spPr>
            <a:xfrm>
              <a:off x="3298811" y="3872172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1"/>
            <p:cNvSpPr/>
            <p:nvPr/>
          </p:nvSpPr>
          <p:spPr>
            <a:xfrm>
              <a:off x="3376170" y="3792382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2"/>
            <p:cNvSpPr/>
            <p:nvPr/>
          </p:nvSpPr>
          <p:spPr>
            <a:xfrm>
              <a:off x="3453530" y="371510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3"/>
            <p:cNvSpPr/>
            <p:nvPr/>
          </p:nvSpPr>
          <p:spPr>
            <a:xfrm>
              <a:off x="3530889" y="3617391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4"/>
            <p:cNvSpPr/>
            <p:nvPr/>
          </p:nvSpPr>
          <p:spPr>
            <a:xfrm>
              <a:off x="3608249" y="349336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5"/>
            <p:cNvSpPr/>
            <p:nvPr/>
          </p:nvSpPr>
          <p:spPr>
            <a:xfrm>
              <a:off x="3685608" y="3298942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6"/>
            <p:cNvSpPr/>
            <p:nvPr/>
          </p:nvSpPr>
          <p:spPr>
            <a:xfrm>
              <a:off x="3762967" y="302427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7"/>
            <p:cNvSpPr/>
            <p:nvPr/>
          </p:nvSpPr>
          <p:spPr>
            <a:xfrm>
              <a:off x="3840327" y="2694822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8"/>
            <p:cNvSpPr/>
            <p:nvPr/>
          </p:nvSpPr>
          <p:spPr>
            <a:xfrm>
              <a:off x="3917686" y="231911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79"/>
            <p:cNvSpPr/>
            <p:nvPr/>
          </p:nvSpPr>
          <p:spPr>
            <a:xfrm>
              <a:off x="3995046" y="2086972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0"/>
            <p:cNvSpPr/>
            <p:nvPr/>
          </p:nvSpPr>
          <p:spPr>
            <a:xfrm>
              <a:off x="4072405" y="194245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1"/>
            <p:cNvSpPr/>
            <p:nvPr/>
          </p:nvSpPr>
          <p:spPr>
            <a:xfrm>
              <a:off x="4149765" y="1942706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2"/>
            <p:cNvSpPr/>
            <p:nvPr/>
          </p:nvSpPr>
          <p:spPr>
            <a:xfrm>
              <a:off x="4227124" y="2109744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3"/>
            <p:cNvSpPr/>
            <p:nvPr/>
          </p:nvSpPr>
          <p:spPr>
            <a:xfrm>
              <a:off x="4304484" y="2336439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4"/>
            <p:cNvSpPr/>
            <p:nvPr/>
          </p:nvSpPr>
          <p:spPr>
            <a:xfrm>
              <a:off x="4381843" y="260738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5"/>
            <p:cNvSpPr/>
            <p:nvPr/>
          </p:nvSpPr>
          <p:spPr>
            <a:xfrm>
              <a:off x="4459202" y="2839279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6"/>
            <p:cNvSpPr/>
            <p:nvPr/>
          </p:nvSpPr>
          <p:spPr>
            <a:xfrm>
              <a:off x="4536562" y="301209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7"/>
            <p:cNvSpPr/>
            <p:nvPr/>
          </p:nvSpPr>
          <p:spPr>
            <a:xfrm>
              <a:off x="4613921" y="312322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8"/>
            <p:cNvSpPr/>
            <p:nvPr/>
          </p:nvSpPr>
          <p:spPr>
            <a:xfrm>
              <a:off x="4691281" y="316038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89"/>
            <p:cNvSpPr/>
            <p:nvPr/>
          </p:nvSpPr>
          <p:spPr>
            <a:xfrm>
              <a:off x="4768640" y="3143259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0"/>
            <p:cNvSpPr/>
            <p:nvPr/>
          </p:nvSpPr>
          <p:spPr>
            <a:xfrm>
              <a:off x="4846000" y="3088227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1"/>
            <p:cNvSpPr/>
            <p:nvPr/>
          </p:nvSpPr>
          <p:spPr>
            <a:xfrm>
              <a:off x="4923359" y="3036901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2"/>
            <p:cNvSpPr/>
            <p:nvPr/>
          </p:nvSpPr>
          <p:spPr>
            <a:xfrm>
              <a:off x="5000719" y="2993748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3"/>
            <p:cNvSpPr/>
            <p:nvPr/>
          </p:nvSpPr>
          <p:spPr>
            <a:xfrm>
              <a:off x="5078078" y="3076379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4"/>
            <p:cNvSpPr/>
            <p:nvPr/>
          </p:nvSpPr>
          <p:spPr>
            <a:xfrm>
              <a:off x="5155437" y="3186706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5"/>
            <p:cNvSpPr/>
            <p:nvPr/>
          </p:nvSpPr>
          <p:spPr>
            <a:xfrm>
              <a:off x="5232797" y="3351731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6"/>
            <p:cNvSpPr/>
            <p:nvPr/>
          </p:nvSpPr>
          <p:spPr>
            <a:xfrm>
              <a:off x="5310156" y="350166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7"/>
            <p:cNvSpPr/>
            <p:nvPr/>
          </p:nvSpPr>
          <p:spPr>
            <a:xfrm>
              <a:off x="5387516" y="3631959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8"/>
            <p:cNvSpPr/>
            <p:nvPr/>
          </p:nvSpPr>
          <p:spPr>
            <a:xfrm>
              <a:off x="5464875" y="3726941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199"/>
            <p:cNvSpPr/>
            <p:nvPr/>
          </p:nvSpPr>
          <p:spPr>
            <a:xfrm>
              <a:off x="5542235" y="380138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0"/>
            <p:cNvSpPr/>
            <p:nvPr/>
          </p:nvSpPr>
          <p:spPr>
            <a:xfrm>
              <a:off x="1442184" y="4115984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1"/>
            <p:cNvSpPr/>
            <p:nvPr/>
          </p:nvSpPr>
          <p:spPr>
            <a:xfrm>
              <a:off x="1519544" y="4115984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2"/>
            <p:cNvSpPr/>
            <p:nvPr/>
          </p:nvSpPr>
          <p:spPr>
            <a:xfrm>
              <a:off x="1596903" y="4115984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3"/>
            <p:cNvSpPr/>
            <p:nvPr/>
          </p:nvSpPr>
          <p:spPr>
            <a:xfrm>
              <a:off x="1674262" y="4115984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4"/>
            <p:cNvSpPr/>
            <p:nvPr/>
          </p:nvSpPr>
          <p:spPr>
            <a:xfrm>
              <a:off x="1751622" y="4115984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5"/>
            <p:cNvSpPr/>
            <p:nvPr/>
          </p:nvSpPr>
          <p:spPr>
            <a:xfrm>
              <a:off x="1828981" y="4115984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6"/>
            <p:cNvSpPr/>
            <p:nvPr/>
          </p:nvSpPr>
          <p:spPr>
            <a:xfrm>
              <a:off x="1906341" y="4115984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7"/>
            <p:cNvSpPr/>
            <p:nvPr/>
          </p:nvSpPr>
          <p:spPr>
            <a:xfrm>
              <a:off x="1983700" y="4115983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8"/>
            <p:cNvSpPr/>
            <p:nvPr/>
          </p:nvSpPr>
          <p:spPr>
            <a:xfrm>
              <a:off x="2061060" y="4115981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09"/>
            <p:cNvSpPr/>
            <p:nvPr/>
          </p:nvSpPr>
          <p:spPr>
            <a:xfrm>
              <a:off x="2138419" y="4115977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0"/>
            <p:cNvSpPr/>
            <p:nvPr/>
          </p:nvSpPr>
          <p:spPr>
            <a:xfrm>
              <a:off x="2215779" y="4115970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1"/>
            <p:cNvSpPr/>
            <p:nvPr/>
          </p:nvSpPr>
          <p:spPr>
            <a:xfrm>
              <a:off x="2293138" y="4115955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2"/>
            <p:cNvSpPr/>
            <p:nvPr/>
          </p:nvSpPr>
          <p:spPr>
            <a:xfrm>
              <a:off x="2370497" y="4115925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3"/>
            <p:cNvSpPr/>
            <p:nvPr/>
          </p:nvSpPr>
          <p:spPr>
            <a:xfrm>
              <a:off x="2447857" y="4115862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4"/>
            <p:cNvSpPr/>
            <p:nvPr/>
          </p:nvSpPr>
          <p:spPr>
            <a:xfrm>
              <a:off x="2525216" y="4115734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5"/>
            <p:cNvSpPr/>
            <p:nvPr/>
          </p:nvSpPr>
          <p:spPr>
            <a:xfrm>
              <a:off x="2602576" y="4115473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6"/>
            <p:cNvSpPr/>
            <p:nvPr/>
          </p:nvSpPr>
          <p:spPr>
            <a:xfrm>
              <a:off x="2679935" y="4114940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7"/>
            <p:cNvSpPr/>
            <p:nvPr/>
          </p:nvSpPr>
          <p:spPr>
            <a:xfrm>
              <a:off x="2757295" y="4113852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8"/>
            <p:cNvSpPr/>
            <p:nvPr/>
          </p:nvSpPr>
          <p:spPr>
            <a:xfrm>
              <a:off x="2834654" y="4111633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19"/>
            <p:cNvSpPr/>
            <p:nvPr/>
          </p:nvSpPr>
          <p:spPr>
            <a:xfrm>
              <a:off x="2912014" y="4107116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0"/>
            <p:cNvSpPr/>
            <p:nvPr/>
          </p:nvSpPr>
          <p:spPr>
            <a:xfrm>
              <a:off x="2989373" y="4097981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1"/>
            <p:cNvSpPr/>
            <p:nvPr/>
          </p:nvSpPr>
          <p:spPr>
            <a:xfrm>
              <a:off x="3066732" y="4079546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2"/>
            <p:cNvSpPr/>
            <p:nvPr/>
          </p:nvSpPr>
          <p:spPr>
            <a:xfrm>
              <a:off x="3144092" y="4043640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3"/>
            <p:cNvSpPr/>
            <p:nvPr/>
          </p:nvSpPr>
          <p:spPr>
            <a:xfrm>
              <a:off x="3221451" y="3973425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4"/>
            <p:cNvSpPr/>
            <p:nvPr/>
          </p:nvSpPr>
          <p:spPr>
            <a:xfrm>
              <a:off x="3298811" y="3856076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5"/>
            <p:cNvSpPr/>
            <p:nvPr/>
          </p:nvSpPr>
          <p:spPr>
            <a:xfrm>
              <a:off x="3376170" y="3664723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6"/>
            <p:cNvSpPr/>
            <p:nvPr/>
          </p:nvSpPr>
          <p:spPr>
            <a:xfrm>
              <a:off x="3453530" y="3430988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7"/>
            <p:cNvSpPr/>
            <p:nvPr/>
          </p:nvSpPr>
          <p:spPr>
            <a:xfrm>
              <a:off x="3530889" y="3107989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8"/>
            <p:cNvSpPr/>
            <p:nvPr/>
          </p:nvSpPr>
          <p:spPr>
            <a:xfrm>
              <a:off x="3608249" y="2678049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29"/>
            <p:cNvSpPr/>
            <p:nvPr/>
          </p:nvSpPr>
          <p:spPr>
            <a:xfrm>
              <a:off x="3685608" y="2392989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0"/>
            <p:cNvSpPr/>
            <p:nvPr/>
          </p:nvSpPr>
          <p:spPr>
            <a:xfrm>
              <a:off x="3762967" y="2178275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1"/>
            <p:cNvSpPr/>
            <p:nvPr/>
          </p:nvSpPr>
          <p:spPr>
            <a:xfrm>
              <a:off x="3840327" y="2031335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2"/>
            <p:cNvSpPr/>
            <p:nvPr/>
          </p:nvSpPr>
          <p:spPr>
            <a:xfrm>
              <a:off x="3917686" y="1815035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3"/>
            <p:cNvSpPr/>
            <p:nvPr/>
          </p:nvSpPr>
          <p:spPr>
            <a:xfrm>
              <a:off x="3995046" y="1284865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4"/>
            <p:cNvSpPr/>
            <p:nvPr/>
          </p:nvSpPr>
          <p:spPr>
            <a:xfrm>
              <a:off x="4072405" y="990418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5"/>
            <p:cNvSpPr/>
            <p:nvPr/>
          </p:nvSpPr>
          <p:spPr>
            <a:xfrm>
              <a:off x="4149765" y="1121435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6"/>
            <p:cNvSpPr/>
            <p:nvPr/>
          </p:nvSpPr>
          <p:spPr>
            <a:xfrm>
              <a:off x="4227124" y="1566373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7"/>
            <p:cNvSpPr/>
            <p:nvPr/>
          </p:nvSpPr>
          <p:spPr>
            <a:xfrm>
              <a:off x="4304484" y="2069605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8"/>
            <p:cNvSpPr/>
            <p:nvPr/>
          </p:nvSpPr>
          <p:spPr>
            <a:xfrm>
              <a:off x="4381843" y="2790402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39"/>
            <p:cNvSpPr/>
            <p:nvPr/>
          </p:nvSpPr>
          <p:spPr>
            <a:xfrm>
              <a:off x="4459202" y="3278671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0"/>
            <p:cNvSpPr/>
            <p:nvPr/>
          </p:nvSpPr>
          <p:spPr>
            <a:xfrm>
              <a:off x="4536562" y="3591786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1"/>
            <p:cNvSpPr/>
            <p:nvPr/>
          </p:nvSpPr>
          <p:spPr>
            <a:xfrm>
              <a:off x="4613921" y="3775108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2"/>
            <p:cNvSpPr/>
            <p:nvPr/>
          </p:nvSpPr>
          <p:spPr>
            <a:xfrm>
              <a:off x="4691281" y="3879292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3"/>
            <p:cNvSpPr/>
            <p:nvPr/>
          </p:nvSpPr>
          <p:spPr>
            <a:xfrm>
              <a:off x="4768640" y="3933645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4"/>
            <p:cNvSpPr/>
            <p:nvPr/>
          </p:nvSpPr>
          <p:spPr>
            <a:xfrm>
              <a:off x="4846000" y="3965445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5"/>
            <p:cNvSpPr/>
            <p:nvPr/>
          </p:nvSpPr>
          <p:spPr>
            <a:xfrm>
              <a:off x="4923359" y="3973949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6"/>
            <p:cNvSpPr/>
            <p:nvPr/>
          </p:nvSpPr>
          <p:spPr>
            <a:xfrm>
              <a:off x="5000719" y="3977833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7"/>
            <p:cNvSpPr/>
            <p:nvPr/>
          </p:nvSpPr>
          <p:spPr>
            <a:xfrm>
              <a:off x="5078078" y="3974425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8"/>
            <p:cNvSpPr/>
            <p:nvPr/>
          </p:nvSpPr>
          <p:spPr>
            <a:xfrm>
              <a:off x="5155437" y="3972795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49"/>
            <p:cNvSpPr/>
            <p:nvPr/>
          </p:nvSpPr>
          <p:spPr>
            <a:xfrm>
              <a:off x="5232797" y="3975443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0"/>
            <p:cNvSpPr/>
            <p:nvPr/>
          </p:nvSpPr>
          <p:spPr>
            <a:xfrm>
              <a:off x="5310156" y="3984150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1"/>
            <p:cNvSpPr/>
            <p:nvPr/>
          </p:nvSpPr>
          <p:spPr>
            <a:xfrm>
              <a:off x="5387516" y="3997122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2"/>
            <p:cNvSpPr/>
            <p:nvPr/>
          </p:nvSpPr>
          <p:spPr>
            <a:xfrm>
              <a:off x="5464875" y="4012379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3"/>
            <p:cNvSpPr/>
            <p:nvPr/>
          </p:nvSpPr>
          <p:spPr>
            <a:xfrm>
              <a:off x="5542235" y="4026602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tx254"/>
            <p:cNvSpPr/>
            <p:nvPr/>
          </p:nvSpPr>
          <p:spPr>
            <a:xfrm>
              <a:off x="1148183" y="4099119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56" name="tx255"/>
            <p:cNvSpPr/>
            <p:nvPr/>
          </p:nvSpPr>
          <p:spPr>
            <a:xfrm>
              <a:off x="1148183" y="3374728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</a:t>
              </a:r>
            </a:p>
          </p:txBody>
        </p:sp>
        <p:sp>
          <p:nvSpPr>
            <p:cNvPr id="257" name="tx256"/>
            <p:cNvSpPr/>
            <p:nvPr/>
          </p:nvSpPr>
          <p:spPr>
            <a:xfrm>
              <a:off x="1148183" y="2650337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</a:t>
              </a:r>
            </a:p>
          </p:txBody>
        </p:sp>
        <p:sp>
          <p:nvSpPr>
            <p:cNvPr id="258" name="tx257"/>
            <p:cNvSpPr/>
            <p:nvPr/>
          </p:nvSpPr>
          <p:spPr>
            <a:xfrm>
              <a:off x="1148183" y="1925891"/>
              <a:ext cx="217517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0.03</a:t>
              </a:r>
            </a:p>
          </p:txBody>
        </p:sp>
        <p:sp>
          <p:nvSpPr>
            <p:cNvPr id="259" name="tx258"/>
            <p:cNvSpPr/>
            <p:nvPr/>
          </p:nvSpPr>
          <p:spPr>
            <a:xfrm>
              <a:off x="1148183" y="1201555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0.04</a:t>
              </a:r>
            </a:p>
          </p:txBody>
        </p:sp>
        <p:sp>
          <p:nvSpPr>
            <p:cNvPr id="260" name="pl259"/>
            <p:cNvSpPr/>
            <p:nvPr/>
          </p:nvSpPr>
          <p:spPr>
            <a:xfrm>
              <a:off x="1393536" y="414081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0"/>
            <p:cNvSpPr/>
            <p:nvPr/>
          </p:nvSpPr>
          <p:spPr>
            <a:xfrm>
              <a:off x="1393536" y="341641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1"/>
            <p:cNvSpPr/>
            <p:nvPr/>
          </p:nvSpPr>
          <p:spPr>
            <a:xfrm>
              <a:off x="1393536" y="26920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2"/>
            <p:cNvSpPr/>
            <p:nvPr/>
          </p:nvSpPr>
          <p:spPr>
            <a:xfrm>
              <a:off x="1393536" y="19676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3"/>
            <p:cNvSpPr/>
            <p:nvPr/>
          </p:nvSpPr>
          <p:spPr>
            <a:xfrm>
              <a:off x="1393536" y="12432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4"/>
            <p:cNvSpPr/>
            <p:nvPr/>
          </p:nvSpPr>
          <p:spPr>
            <a:xfrm>
              <a:off x="1428330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5"/>
            <p:cNvSpPr/>
            <p:nvPr/>
          </p:nvSpPr>
          <p:spPr>
            <a:xfrm>
              <a:off x="1892487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6"/>
            <p:cNvSpPr/>
            <p:nvPr/>
          </p:nvSpPr>
          <p:spPr>
            <a:xfrm>
              <a:off x="2356644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7"/>
            <p:cNvSpPr/>
            <p:nvPr/>
          </p:nvSpPr>
          <p:spPr>
            <a:xfrm>
              <a:off x="2820800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8"/>
            <p:cNvSpPr/>
            <p:nvPr/>
          </p:nvSpPr>
          <p:spPr>
            <a:xfrm>
              <a:off x="3284957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69"/>
            <p:cNvSpPr/>
            <p:nvPr/>
          </p:nvSpPr>
          <p:spPr>
            <a:xfrm>
              <a:off x="3749114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0"/>
            <p:cNvSpPr/>
            <p:nvPr/>
          </p:nvSpPr>
          <p:spPr>
            <a:xfrm>
              <a:off x="4213270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1"/>
            <p:cNvSpPr/>
            <p:nvPr/>
          </p:nvSpPr>
          <p:spPr>
            <a:xfrm>
              <a:off x="4677427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2"/>
            <p:cNvSpPr/>
            <p:nvPr/>
          </p:nvSpPr>
          <p:spPr>
            <a:xfrm>
              <a:off x="5141584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3"/>
            <p:cNvSpPr/>
            <p:nvPr/>
          </p:nvSpPr>
          <p:spPr>
            <a:xfrm>
              <a:off x="5605740" y="41720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tx274"/>
            <p:cNvSpPr/>
            <p:nvPr/>
          </p:nvSpPr>
          <p:spPr>
            <a:xfrm>
              <a:off x="1397253" y="423300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76" name="tx275"/>
            <p:cNvSpPr/>
            <p:nvPr/>
          </p:nvSpPr>
          <p:spPr>
            <a:xfrm>
              <a:off x="1861409" y="423300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77" name="tx276"/>
            <p:cNvSpPr/>
            <p:nvPr/>
          </p:nvSpPr>
          <p:spPr>
            <a:xfrm>
              <a:off x="2294488" y="4234369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278" name="tx277"/>
            <p:cNvSpPr/>
            <p:nvPr/>
          </p:nvSpPr>
          <p:spPr>
            <a:xfrm>
              <a:off x="2758645" y="423300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279" name="tx278"/>
            <p:cNvSpPr/>
            <p:nvPr/>
          </p:nvSpPr>
          <p:spPr>
            <a:xfrm>
              <a:off x="3222801" y="4234369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24</a:t>
              </a:r>
            </a:p>
          </p:txBody>
        </p:sp>
        <p:sp>
          <p:nvSpPr>
            <p:cNvPr id="280" name="tx279"/>
            <p:cNvSpPr/>
            <p:nvPr/>
          </p:nvSpPr>
          <p:spPr>
            <a:xfrm>
              <a:off x="3686958" y="4232950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81" name="tx280"/>
            <p:cNvSpPr/>
            <p:nvPr/>
          </p:nvSpPr>
          <p:spPr>
            <a:xfrm>
              <a:off x="4151115" y="4232950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36</a:t>
              </a:r>
            </a:p>
          </p:txBody>
        </p:sp>
        <p:sp>
          <p:nvSpPr>
            <p:cNvPr id="282" name="tx281"/>
            <p:cNvSpPr/>
            <p:nvPr/>
          </p:nvSpPr>
          <p:spPr>
            <a:xfrm>
              <a:off x="4615271" y="4234369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42</a:t>
              </a:r>
            </a:p>
          </p:txBody>
        </p:sp>
        <p:sp>
          <p:nvSpPr>
            <p:cNvPr id="283" name="tx282"/>
            <p:cNvSpPr/>
            <p:nvPr/>
          </p:nvSpPr>
          <p:spPr>
            <a:xfrm>
              <a:off x="5079428" y="423300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48</a:t>
              </a:r>
            </a:p>
          </p:txBody>
        </p:sp>
        <p:sp>
          <p:nvSpPr>
            <p:cNvPr id="284" name="tx283"/>
            <p:cNvSpPr/>
            <p:nvPr/>
          </p:nvSpPr>
          <p:spPr>
            <a:xfrm>
              <a:off x="5543585" y="4233332"/>
              <a:ext cx="124311" cy="813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54</a:t>
              </a:r>
            </a:p>
          </p:txBody>
        </p:sp>
        <p:sp>
          <p:nvSpPr>
            <p:cNvPr id="285" name="tx284"/>
            <p:cNvSpPr/>
            <p:nvPr/>
          </p:nvSpPr>
          <p:spPr>
            <a:xfrm>
              <a:off x="2903429" y="4341906"/>
              <a:ext cx="130457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Days Post Challenge</a:t>
              </a:r>
            </a:p>
          </p:txBody>
        </p:sp>
        <p:sp>
          <p:nvSpPr>
            <p:cNvPr id="286" name="tx285"/>
            <p:cNvSpPr/>
            <p:nvPr/>
          </p:nvSpPr>
          <p:spPr>
            <a:xfrm rot="-5400000">
              <a:off x="807999" y="2527209"/>
              <a:ext cx="450341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Hazard</a:t>
              </a:r>
            </a:p>
          </p:txBody>
        </p:sp>
        <p:sp>
          <p:nvSpPr>
            <p:cNvPr id="287" name="rc286"/>
            <p:cNvSpPr/>
            <p:nvPr/>
          </p:nvSpPr>
          <p:spPr>
            <a:xfrm>
              <a:off x="5822278" y="1970032"/>
              <a:ext cx="508932" cy="121599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tx287"/>
            <p:cNvSpPr/>
            <p:nvPr/>
          </p:nvSpPr>
          <p:spPr>
            <a:xfrm>
              <a:off x="5891867" y="2053366"/>
              <a:ext cx="349181" cy="100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Trt.ID</a:t>
              </a:r>
            </a:p>
          </p:txBody>
        </p:sp>
        <p:sp>
          <p:nvSpPr>
            <p:cNvPr id="289" name="rc288"/>
            <p:cNvSpPr/>
            <p:nvPr/>
          </p:nvSpPr>
          <p:spPr>
            <a:xfrm>
              <a:off x="5891867" y="2238610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" name="pl289"/>
            <p:cNvSpPr/>
            <p:nvPr/>
          </p:nvSpPr>
          <p:spPr>
            <a:xfrm>
              <a:off x="5913812" y="234833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0"/>
            <p:cNvSpPr/>
            <p:nvPr/>
          </p:nvSpPr>
          <p:spPr>
            <a:xfrm>
              <a:off x="5976769" y="2323512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rc291"/>
            <p:cNvSpPr/>
            <p:nvPr/>
          </p:nvSpPr>
          <p:spPr>
            <a:xfrm>
              <a:off x="5891867" y="2458066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pl292"/>
            <p:cNvSpPr/>
            <p:nvPr/>
          </p:nvSpPr>
          <p:spPr>
            <a:xfrm>
              <a:off x="5913812" y="256779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3"/>
            <p:cNvSpPr/>
            <p:nvPr/>
          </p:nvSpPr>
          <p:spPr>
            <a:xfrm>
              <a:off x="5976769" y="2542968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rc294"/>
            <p:cNvSpPr/>
            <p:nvPr/>
          </p:nvSpPr>
          <p:spPr>
            <a:xfrm>
              <a:off x="5891867" y="2677522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pl295"/>
            <p:cNvSpPr/>
            <p:nvPr/>
          </p:nvSpPr>
          <p:spPr>
            <a:xfrm>
              <a:off x="5913812" y="278725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6"/>
            <p:cNvSpPr/>
            <p:nvPr/>
          </p:nvSpPr>
          <p:spPr>
            <a:xfrm>
              <a:off x="5976769" y="2762424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rc297"/>
            <p:cNvSpPr/>
            <p:nvPr/>
          </p:nvSpPr>
          <p:spPr>
            <a:xfrm>
              <a:off x="5891867" y="2896978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" name="pl298"/>
            <p:cNvSpPr/>
            <p:nvPr/>
          </p:nvSpPr>
          <p:spPr>
            <a:xfrm>
              <a:off x="5913812" y="30067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299"/>
            <p:cNvSpPr/>
            <p:nvPr/>
          </p:nvSpPr>
          <p:spPr>
            <a:xfrm>
              <a:off x="5976769" y="2981880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tx300"/>
            <p:cNvSpPr/>
            <p:nvPr/>
          </p:nvSpPr>
          <p:spPr>
            <a:xfrm>
              <a:off x="6180912" y="2308338"/>
              <a:ext cx="74543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302" name="tx301"/>
            <p:cNvSpPr/>
            <p:nvPr/>
          </p:nvSpPr>
          <p:spPr>
            <a:xfrm>
              <a:off x="6180912" y="2527794"/>
              <a:ext cx="74543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303" name="tx302"/>
            <p:cNvSpPr/>
            <p:nvPr/>
          </p:nvSpPr>
          <p:spPr>
            <a:xfrm>
              <a:off x="6180912" y="2744521"/>
              <a:ext cx="80709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304" name="tx303"/>
            <p:cNvSpPr/>
            <p:nvPr/>
          </p:nvSpPr>
          <p:spPr>
            <a:xfrm>
              <a:off x="6180912" y="2966706"/>
              <a:ext cx="80709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2025-07-21T09:01:40Z</dcterms:modified>
  <cp:category/>
</cp:coreProperties>
</file>